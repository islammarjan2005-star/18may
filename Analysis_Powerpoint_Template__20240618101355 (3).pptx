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5"/>
  </p:sldMasterIdLst>
  <p:notesMasterIdLst>
    <p:notesMasterId r:id="rId18"/>
  </p:notesMasterIdLst>
  <p:sldIdLst>
    <p:sldId id="2147377355" r:id="rId6"/>
    <p:sldId id="2147377243" r:id="rId7"/>
    <p:sldId id="2147377403" r:id="rId8"/>
    <p:sldId id="2147377404" r:id="rId9"/>
    <p:sldId id="2147377365" r:id="rId10"/>
    <p:sldId id="2147377366" r:id="rId11"/>
    <p:sldId id="2147377367" r:id="rId12"/>
    <p:sldId id="2147377372" r:id="rId13"/>
    <p:sldId id="2147377373" r:id="rId14"/>
    <p:sldId id="2147377402" r:id="rId15"/>
    <p:sldId id="2147377360" r:id="rId16"/>
    <p:sldId id="21473773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 delete at the end" id="{4647EC89-22FB-4A2E-AC19-92A3B070A7D6}">
          <p14:sldIdLst>
            <p14:sldId id="2147377355"/>
          </p14:sldIdLst>
        </p14:section>
        <p14:section name="Main slide deck" id="{39366202-37F3-4EF8-9F8C-6C615072F18F}">
          <p14:sldIdLst>
            <p14:sldId id="2147377243"/>
            <p14:sldId id="2147377403"/>
            <p14:sldId id="2147377404"/>
            <p14:sldId id="2147377365"/>
            <p14:sldId id="2147377366"/>
            <p14:sldId id="2147377367"/>
            <p14:sldId id="2147377372"/>
            <p14:sldId id="2147377373"/>
            <p14:sldId id="2147377402"/>
            <p14:sldId id="2147377360"/>
          </p14:sldIdLst>
        </p14:section>
        <p14:section name="Annex" id="{A4125458-8F2D-4D8B-AD7E-7DD4AE23054A}">
          <p14:sldIdLst>
            <p14:sldId id="21473773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1AA5A06-78C2-C149-EC84-D793AA57A4AC}" name="Ahmad, Umair (Trade)" initials="A(" userId="S::umair.ahmad@trade.gov.uk::03778a0d-8d83-4e7c-88b6-2b292ba02dbd" providerId="AD"/>
  <p188:author id="{B086F42D-DA07-AECB-B8A0-B8CA4565384E}" name="Healy, Keiran (TRADE)" initials="HK(" userId="S::Keiran.Healy@trade.gov.uk::e708615d-3918-4da2-b4d0-3ac6ae6a0798" providerId="AD"/>
  <p188:author id="{38606938-475B-955F-91E4-5B91C85FBEE5}" name="Mawson, Dan (Topps - Analysis Directorate)" initials="MD(AD" userId="S::dan.mawson@beis.gov.uk::b34b5bb5-8ccf-42be-97ee-cfbe0f094512" providerId="AD"/>
  <p188:author id="{77D59257-1536-9A31-08CE-0BA777A25F9C}" name="rachel.lovitt@businessandtrade.gov.uk" initials="ra" userId="S::urn:spo:guest#rachel.lovitt@businessandtrade.gov.uk::" providerId="AD"/>
  <p188:author id="{B020C259-2AD8-D46E-69BF-A73F9EE4E007}" name="Hughes, Caitlin (BEIS)" initials="HC(" userId="S::Caitlin.Hughes@beis.gov.uk::5af0f229-ade7-46b2-9486-28c7cf54a5c0" providerId="AD"/>
  <p188:author id="{05FA8D60-1B9E-F9EB-DF9A-5267A66F6896}" name="Rao, Sravya (Topps - Analysis Directorate)" initials="RS(AD" userId="S::sravya.rao@beis.gov.uk::689b6213-3ce9-4769-9557-cce2a2eedcee" providerId="AD"/>
  <p188:author id="{6C47F582-097E-9639-53E0-6C5CEF7F9802}" name="Daniel BANKS (DBT)" initials="DB(" userId="S::Daniel.Banks@businessandtrade.gov.uk::c5192766-d09f-48ab-a4d7-7b8b77183ba9" providerId="AD"/>
  <p188:author id="{2B635E90-5EC7-D3B4-688B-0CE77E28272D}" name="Zanin Araujo, Gabriela (Topps - Analysis Directorate)" initials="GZ" userId="S::Gabriela.ZaninAraujo@beis.gov.uk::c4d9c1a2-7dc5-4491-b58b-f9d82b21067d" providerId="AD"/>
  <p188:author id="{A180379C-5DB5-EC2B-2105-C050255337AC}" name="Ariss, Louis (Market Frameworks - Labour Markets)" initials="AL(FLM" userId="S::Louis.Ariss@beis.gov.uk::2fb40d60-4ccc-4df7-9a6d-100d689f7e7d" providerId="AD"/>
  <p188:author id="{7A76F19D-CF99-5C5C-E10C-0C40D59E9A61}" name="Sangster-Poole, Robert (Trade)" initials="S(" userId="S::robert.sangster-poole@trade.gov.uk::d580e514-c4ad-4a57-b9c8-a97250f77e1a" providerId="AD"/>
  <p188:author id="{67F0B1A4-047C-68AF-714A-DCF78751B64D}" name="Ben CROPPER (TRADE)" initials="B(" userId="S::ben.cropper_trade.gov.uk#ext#@beisgov.onmicrosoft.com::c9bcab7f-c60c-4d91-910b-416ee2ab8f3a" providerId="AD"/>
  <p188:author id="{89B0C9B8-8EF5-1B7C-5221-6E6B4066EE13}" name="Healy, Keiran (TRADE)" initials="H(" userId="S::keiran.healy@trade.gov.uk::e708615d-3918-4da2-b4d0-3ac6ae6a0798" providerId="AD"/>
  <p188:author id="{1B8006BC-1535-61F7-590C-738ADB5F36A6}" name="Burrows, Tiffany (TRADE)" initials="BT(" userId="S::Tiffany.Burrows@trade.gov.uk::7e925516-a4b5-4045-8508-4c63980ac15d" providerId="AD"/>
  <p188:author id="{B90D92BD-8F2B-9C4D-4491-01D4329951BA}" name="Willgress-Dunn, Lydia [TRADE]" initials="W[" userId="S::lydia.willgress-dunn@trade.gov.uk::c0bc46a4-c67e-41f3-b8b2-8b9a33aecb82" providerId="AD"/>
  <p188:author id="{D1A909C1-005E-949C-B02D-2BF8EDA36305}" name="Patel, Jainni (Market Frameworks - Labour Markets)" initials="PJ(FLM" userId="S::Jainni.Patel@beis.gov.uk::b1c843bb-f862-4740-8853-1fee3423dfd9" providerId="AD"/>
  <p188:author id="{FA93D6C5-95A5-0F45-6D52-7C73E92C87E2}" name="Mcdonald, Katie (TRADE)" initials="M(" userId="S::katie.mcdonald@trade.gov.uk::a0b06a12-b24f-4674-bdbd-e3b0abf96c1c" providerId="AD"/>
  <p188:author id="{45F354CD-EA57-675E-CF70-9A30425F16FB}" name="Watson1, David (Trade)" initials="W(" userId="S::david.watson1@trade.gov.uk::db75db4e-e032-4eac-a0d6-bf06490e56b8" providerId="AD"/>
  <p188:author id="{B48560E8-F93A-B44D-24A6-650532088C02}" name="Culshaw, Alison (Trade)" initials="C(" userId="S::alison.culshaw@trade.gov.uk::8a050aaa-0242-4796-ae42-c503e171d3b6" providerId="AD"/>
  <p188:author id="{EB1A08F9-564A-982F-BA62-54C11C92E84E}" name="Giles, Joseph (Market Frameworks - Labour Markets)" initials="GM" userId="S::joseph.giles@beis.gov.uk::4763d481-6bbc-41b9-9ca4-2a9ca16aaee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7373"/>
    <a:srgbClr val="004D44"/>
    <a:srgbClr val="A90083"/>
    <a:srgbClr val="00285F"/>
    <a:srgbClr val="191919"/>
    <a:srgbClr val="2A2A2A"/>
    <a:srgbClr val="3B3B3B"/>
    <a:srgbClr val="4D4D4D"/>
    <a:srgbClr val="606060"/>
    <a:srgbClr val="AFA8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–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110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19D161-1B97-4748-98C6-2DA4CBC9C033}" type="datetimeFigureOut"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30EBF7-C314-4E2C-8559-49E0318495D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361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u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8">
            <a:extLst>
              <a:ext uri="{FF2B5EF4-FFF2-40B4-BE49-F238E27FC236}">
                <a16:creationId xmlns:a16="http://schemas.microsoft.com/office/drawing/2014/main" id="{9A8A6B10-F925-3167-EDDD-B12CAD26427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43225" y="1"/>
            <a:ext cx="9248775" cy="6850424"/>
          </a:xfrm>
          <a:prstGeom prst="rect">
            <a:avLst/>
          </a:prstGeo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9E0E23-D09E-E29E-DE60-13C2EB4F00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2952788" y="33713"/>
            <a:ext cx="9248775" cy="681671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/>
              <a:t> </a:t>
            </a:r>
          </a:p>
        </p:txBody>
      </p:sp>
      <p:sp>
        <p:nvSpPr>
          <p:cNvPr id="9" name="Google Shape;124;p24">
            <a:extLst>
              <a:ext uri="{FF2B5EF4-FFF2-40B4-BE49-F238E27FC236}">
                <a16:creationId xmlns:a16="http://schemas.microsoft.com/office/drawing/2014/main" id="{FE241B5E-D793-B37B-F0BC-F11977A17252}"/>
              </a:ext>
            </a:extLst>
          </p:cNvPr>
          <p:cNvSpPr/>
          <p:nvPr userDrawn="1"/>
        </p:nvSpPr>
        <p:spPr>
          <a:xfrm rot="5400000">
            <a:off x="1706825" y="727705"/>
            <a:ext cx="4478400" cy="6702000"/>
          </a:xfrm>
          <a:prstGeom prst="rect">
            <a:avLst/>
          </a:prstGeom>
          <a:solidFill>
            <a:schemeClr val="accent2">
              <a:alpha val="8616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F48DC6-8C9A-7041-4D5A-8494D0BF79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8382" y="2120695"/>
            <a:ext cx="6278218" cy="3289853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tx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82C907-2B3B-23AA-FCEB-330370E43A1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8382" y="5539756"/>
            <a:ext cx="6278218" cy="647683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&lt;Date&gt;</a:t>
            </a:r>
          </a:p>
          <a:p>
            <a:r>
              <a:rPr lang="en-US"/>
              <a:t>&lt;Team&gt;</a:t>
            </a:r>
          </a:p>
        </p:txBody>
      </p:sp>
      <p:sp>
        <p:nvSpPr>
          <p:cNvPr id="10" name="Google Shape;127;p24">
            <a:extLst>
              <a:ext uri="{FF2B5EF4-FFF2-40B4-BE49-F238E27FC236}">
                <a16:creationId xmlns:a16="http://schemas.microsoft.com/office/drawing/2014/main" id="{3FF0DCDA-47BC-D937-115A-05632BC3BFF1}"/>
              </a:ext>
            </a:extLst>
          </p:cNvPr>
          <p:cNvSpPr/>
          <p:nvPr userDrawn="1"/>
        </p:nvSpPr>
        <p:spPr>
          <a:xfrm rot="-5400000" flipH="1">
            <a:off x="9805400" y="3931305"/>
            <a:ext cx="4478400" cy="294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ACB18C-6124-8C84-F47A-A90CE498AE8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6447" y="161238"/>
            <a:ext cx="2586484" cy="1554717"/>
          </a:xfrm>
          <a:prstGeom prst="rect">
            <a:avLst/>
          </a:prstGeom>
        </p:spPr>
      </p:pic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D6AD9AB-B3B3-DBB7-8A81-E8ABAB52DB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717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s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480017E-AA3C-E342-8215-F1D0B2414616}"/>
              </a:ext>
            </a:extLst>
          </p:cNvPr>
          <p:cNvSpPr/>
          <p:nvPr userDrawn="1"/>
        </p:nvSpPr>
        <p:spPr>
          <a:xfrm>
            <a:off x="0" y="0"/>
            <a:ext cx="3326541" cy="6858000"/>
          </a:xfrm>
          <a:prstGeom prst="rect">
            <a:avLst/>
          </a:prstGeom>
          <a:solidFill>
            <a:srgbClr val="0028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58FA95EE-A455-FF48-B154-696B0AC0B6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23730" y="1649985"/>
            <a:ext cx="2220909" cy="952500"/>
          </a:xfrm>
        </p:spPr>
        <p:txBody>
          <a:bodyPr>
            <a:normAutofit/>
          </a:bodyPr>
          <a:lstStyle>
            <a:lvl1pPr algn="r">
              <a:buNone/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edit: </a:t>
            </a:r>
            <a:endParaRPr lang="en-US"/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36F9C9F3-851C-6A42-8A0F-632C4E3CD51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23729" y="4209296"/>
            <a:ext cx="2220910" cy="952500"/>
          </a:xfrm>
        </p:spPr>
        <p:txBody>
          <a:bodyPr>
            <a:normAutofit/>
          </a:bodyPr>
          <a:lstStyle>
            <a:lvl1pPr algn="r">
              <a:buNone/>
              <a:defRPr sz="2400" b="1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GB"/>
              <a:t>Click to edit: </a:t>
            </a:r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48F687DA-261A-BE44-838A-B84942207F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65937" y="1651398"/>
            <a:ext cx="7250113" cy="951087"/>
          </a:xfrm>
        </p:spPr>
        <p:txBody>
          <a:bodyPr>
            <a:normAutofit/>
          </a:bodyPr>
          <a:lstStyle>
            <a:lvl1pPr>
              <a:defRPr sz="1800" b="0">
                <a:solidFill>
                  <a:srgbClr val="0028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l"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/>
              <a:t>Body text can go here in one or two lines.</a:t>
            </a:r>
            <a:endParaRPr lang="en-US"/>
          </a:p>
        </p:txBody>
      </p:sp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41BD31AC-35FC-0A49-8A9A-9EE5FB2D5D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65937" y="4205412"/>
            <a:ext cx="7250113" cy="951087"/>
          </a:xfrm>
        </p:spPr>
        <p:txBody>
          <a:bodyPr>
            <a:normAutofit/>
          </a:bodyPr>
          <a:lstStyle>
            <a:lvl1pPr>
              <a:defRPr sz="1800" b="0">
                <a:solidFill>
                  <a:srgbClr val="0028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l"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/>
              <a:t>Body text can go here in one or two lines.</a:t>
            </a:r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94EDAD5-5E89-97E7-42B3-999F91273E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GB"/>
              <a:t>OFFICIAL SENSITIVE: NOT GOVERNMENT POLICY</a:t>
            </a:r>
            <a:endParaRPr lang="en-US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3EBCDC7-FC89-CF0B-E4CD-E5E276766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B287C65-F529-6A4B-9307-53EFD28F08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319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s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34">
            <a:extLst>
              <a:ext uri="{FF2B5EF4-FFF2-40B4-BE49-F238E27FC236}">
                <a16:creationId xmlns:a16="http://schemas.microsoft.com/office/drawing/2014/main" id="{C70B88B7-0254-8E90-FDF5-64F0289B8C0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65935" y="5568413"/>
            <a:ext cx="7816178" cy="722839"/>
          </a:xfrm>
          <a:ln>
            <a:noFill/>
          </a:ln>
        </p:spPr>
        <p:txBody>
          <a:bodyPr>
            <a:normAutofit/>
          </a:bodyPr>
          <a:lstStyle>
            <a:lvl1pPr>
              <a:defRPr sz="1800" b="0">
                <a:solidFill>
                  <a:srgbClr val="0028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l"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/>
              <a:t>Body text can go here in one or two lines.</a:t>
            </a:r>
            <a:endParaRPr lang="en-US"/>
          </a:p>
        </p:txBody>
      </p:sp>
      <p:sp>
        <p:nvSpPr>
          <p:cNvPr id="17" name="Text Placeholder 34">
            <a:extLst>
              <a:ext uri="{FF2B5EF4-FFF2-40B4-BE49-F238E27FC236}">
                <a16:creationId xmlns:a16="http://schemas.microsoft.com/office/drawing/2014/main" id="{474BDCA2-3643-F515-8ECB-B742409DD3C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65935" y="4557173"/>
            <a:ext cx="7816178" cy="722839"/>
          </a:xfrm>
          <a:ln>
            <a:noFill/>
          </a:ln>
        </p:spPr>
        <p:txBody>
          <a:bodyPr>
            <a:normAutofit/>
          </a:bodyPr>
          <a:lstStyle>
            <a:lvl1pPr>
              <a:defRPr sz="1800" b="0">
                <a:solidFill>
                  <a:srgbClr val="0028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l"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/>
              <a:t>Body text can go here in one or two lines.</a:t>
            </a:r>
            <a:endParaRPr lang="en-US"/>
          </a:p>
        </p:txBody>
      </p:sp>
      <p:sp>
        <p:nvSpPr>
          <p:cNvPr id="16" name="Text Placeholder 34">
            <a:extLst>
              <a:ext uri="{FF2B5EF4-FFF2-40B4-BE49-F238E27FC236}">
                <a16:creationId xmlns:a16="http://schemas.microsoft.com/office/drawing/2014/main" id="{441E6D43-65EF-36D5-D678-DB31429C599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65935" y="3545933"/>
            <a:ext cx="7816178" cy="722839"/>
          </a:xfrm>
          <a:ln>
            <a:noFill/>
          </a:ln>
        </p:spPr>
        <p:txBody>
          <a:bodyPr>
            <a:normAutofit/>
          </a:bodyPr>
          <a:lstStyle>
            <a:lvl1pPr>
              <a:defRPr sz="1800" b="0">
                <a:solidFill>
                  <a:srgbClr val="0028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l"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/>
              <a:t>Body text can go here in one or two lines.</a:t>
            </a:r>
            <a:endParaRPr lang="en-US"/>
          </a:p>
        </p:txBody>
      </p:sp>
      <p:sp>
        <p:nvSpPr>
          <p:cNvPr id="15" name="Text Placeholder 34">
            <a:extLst>
              <a:ext uri="{FF2B5EF4-FFF2-40B4-BE49-F238E27FC236}">
                <a16:creationId xmlns:a16="http://schemas.microsoft.com/office/drawing/2014/main" id="{F386BF91-5800-AF62-3F02-41C4B623F4D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65935" y="2530362"/>
            <a:ext cx="7816178" cy="722839"/>
          </a:xfrm>
          <a:ln>
            <a:noFill/>
          </a:ln>
        </p:spPr>
        <p:txBody>
          <a:bodyPr>
            <a:normAutofit/>
          </a:bodyPr>
          <a:lstStyle>
            <a:lvl1pPr>
              <a:defRPr sz="1800" b="0">
                <a:solidFill>
                  <a:srgbClr val="0028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l"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/>
              <a:t>Body text can go here in one or two lines.</a:t>
            </a:r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48F687DA-261A-BE44-838A-B84942207F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65935" y="1514792"/>
            <a:ext cx="7816178" cy="722839"/>
          </a:xfrm>
          <a:ln>
            <a:noFill/>
          </a:ln>
        </p:spPr>
        <p:txBody>
          <a:bodyPr>
            <a:normAutofit/>
          </a:bodyPr>
          <a:lstStyle>
            <a:lvl1pPr>
              <a:defRPr sz="1800" b="0">
                <a:solidFill>
                  <a:srgbClr val="0028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l"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GB"/>
              <a:t>Body text can go here in one or two lines.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480017E-AA3C-E342-8215-F1D0B2414616}"/>
              </a:ext>
            </a:extLst>
          </p:cNvPr>
          <p:cNvSpPr/>
          <p:nvPr userDrawn="1"/>
        </p:nvSpPr>
        <p:spPr>
          <a:xfrm>
            <a:off x="0" y="0"/>
            <a:ext cx="3326541" cy="6858000"/>
          </a:xfrm>
          <a:prstGeom prst="rect">
            <a:avLst/>
          </a:prstGeom>
          <a:solidFill>
            <a:srgbClr val="0028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94EDAD5-5E89-97E7-42B3-999F91273E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GB"/>
              <a:t>OFFICIAL SENSITIVE: NOT GOVERNMENT POLICY</a:t>
            </a:r>
            <a:endParaRPr lang="en-US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3EBCDC7-FC89-CF0B-E4CD-E5E276766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B287C65-F529-6A4B-9307-53EFD28F08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 Placeholder 34">
            <a:extLst>
              <a:ext uri="{FF2B5EF4-FFF2-40B4-BE49-F238E27FC236}">
                <a16:creationId xmlns:a16="http://schemas.microsoft.com/office/drawing/2014/main" id="{CBBBFFC7-2C5E-D481-DD99-C8934F8D931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0" y="0"/>
            <a:ext cx="3326541" cy="722839"/>
          </a:xfrm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algn="l">
              <a:defRPr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395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52159-1AF3-D97D-697F-FF18080D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280FB-A795-2C34-30F7-3B334530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B287C65-F529-6A4B-9307-53EFD28F08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6706AA-F3F8-7BF7-2C30-2D8174DD2941}"/>
              </a:ext>
            </a:extLst>
          </p:cNvPr>
          <p:cNvSpPr/>
          <p:nvPr userDrawn="1"/>
        </p:nvSpPr>
        <p:spPr>
          <a:xfrm flipH="1">
            <a:off x="0" y="0"/>
            <a:ext cx="11927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7513CE-8F57-D6EA-E0C5-2B55F68AA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4691" y="2535382"/>
            <a:ext cx="12067309" cy="1468582"/>
          </a:xfrm>
          <a:solidFill>
            <a:srgbClr val="00285F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GB" sz="3200" b="1">
              <a:solidFill>
                <a:schemeClr val="tx1"/>
              </a:solidFill>
            </a:endParaRP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7C43A9A-592E-93FD-8B45-C7B738132D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751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52159-1AF3-D97D-697F-FF18080D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280FB-A795-2C34-30F7-3B334530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B287C65-F529-6A4B-9307-53EFD28F08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C944E6F-56D9-3B3E-16E6-1D45F9C33661}"/>
              </a:ext>
            </a:extLst>
          </p:cNvPr>
          <p:cNvSpPr txBox="1">
            <a:spLocks/>
          </p:cNvSpPr>
          <p:nvPr userDrawn="1"/>
        </p:nvSpPr>
        <p:spPr>
          <a:xfrm>
            <a:off x="550863" y="375403"/>
            <a:ext cx="10949140" cy="996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D02C04A-8144-D18A-D432-485A45D709E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89142" y="1681491"/>
            <a:ext cx="11160000" cy="3205116"/>
          </a:xfrm>
        </p:spPr>
        <p:txBody>
          <a:bodyPr/>
          <a:lstStyle>
            <a:lvl1pPr>
              <a:defRPr>
                <a:solidFill>
                  <a:srgbClr val="00285F"/>
                </a:solidFill>
              </a:defRPr>
            </a:lvl1pPr>
          </a:lstStyle>
          <a:p>
            <a:pPr marL="0" indent="0">
              <a:buNone/>
            </a:pPr>
            <a:endParaRPr lang="en-GB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52C3469-77B9-62A8-4371-32B2DADB3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9142" y="5461420"/>
            <a:ext cx="11160000" cy="745703"/>
          </a:xfrm>
          <a:solidFill>
            <a:schemeClr val="accent5"/>
          </a:solidFill>
        </p:spPr>
        <p:txBody>
          <a:bodyPr anchor="t" anchorCtr="0">
            <a:noAutofit/>
          </a:bodyPr>
          <a:lstStyle>
            <a:lvl1pPr marL="0" indent="0" algn="l">
              <a:spcBef>
                <a:spcPts val="300"/>
              </a:spcBef>
              <a:spcAft>
                <a:spcPts val="300"/>
              </a:spcAft>
              <a:buNone/>
              <a:defRPr lang="en-US" sz="12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6706AA-F3F8-7BF7-2C30-2D8174DD2941}"/>
              </a:ext>
            </a:extLst>
          </p:cNvPr>
          <p:cNvSpPr/>
          <p:nvPr userDrawn="1"/>
        </p:nvSpPr>
        <p:spPr>
          <a:xfrm flipH="1">
            <a:off x="0" y="0"/>
            <a:ext cx="11927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F0937BE1-6AE1-817D-EC9D-1287624A70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9142" y="1275091"/>
            <a:ext cx="11160000" cy="406400"/>
          </a:xfrm>
        </p:spPr>
        <p:txBody>
          <a:bodyPr>
            <a:noAutofit/>
          </a:bodyPr>
          <a:lstStyle>
            <a:lvl1pPr marL="0" indent="0">
              <a:buNone/>
              <a:defRPr kumimoji="0" lang="en-GB" sz="18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Chart title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E1ED077D-E994-4EB0-9EAD-9D11D519B3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9142" y="4947070"/>
            <a:ext cx="11160000" cy="4064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0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Source: </a:t>
            </a:r>
          </a:p>
          <a:p>
            <a:pPr lvl="0"/>
            <a:r>
              <a:rPr lang="en-GB"/>
              <a:t>Note (optional):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452DF6D-38CD-0622-BEA4-690ED76AA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44" y="365126"/>
            <a:ext cx="11159998" cy="802015"/>
          </a:xfrm>
        </p:spPr>
        <p:txBody>
          <a:bodyPr anchor="t">
            <a:noAutofit/>
          </a:bodyPr>
          <a:lstStyle>
            <a:lvl1pPr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BEA208-99A4-EA2E-7C2A-E3CD467BFEDE}"/>
              </a:ext>
            </a:extLst>
          </p:cNvPr>
          <p:cNvCxnSpPr>
            <a:cxnSpLocks/>
          </p:cNvCxnSpPr>
          <p:nvPr userDrawn="1"/>
        </p:nvCxnSpPr>
        <p:spPr>
          <a:xfrm flipV="1">
            <a:off x="589142" y="1167141"/>
            <a:ext cx="11160000" cy="64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E696A39-0DD2-7904-36F1-72C6583BC3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165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52159-1AF3-D97D-697F-FF18080D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280FB-A795-2C34-30F7-3B334530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B287C65-F529-6A4B-9307-53EFD28F08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C944E6F-56D9-3B3E-16E6-1D45F9C33661}"/>
              </a:ext>
            </a:extLst>
          </p:cNvPr>
          <p:cNvSpPr txBox="1">
            <a:spLocks/>
          </p:cNvSpPr>
          <p:nvPr userDrawn="1"/>
        </p:nvSpPr>
        <p:spPr>
          <a:xfrm>
            <a:off x="550863" y="375403"/>
            <a:ext cx="10949140" cy="996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D02C04A-8144-D18A-D432-485A45D709E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89142" y="1681491"/>
            <a:ext cx="5400000" cy="3205116"/>
          </a:xfrm>
        </p:spPr>
        <p:txBody>
          <a:bodyPr/>
          <a:lstStyle>
            <a:lvl1pPr>
              <a:defRPr>
                <a:solidFill>
                  <a:srgbClr val="00285F"/>
                </a:solidFill>
              </a:defRPr>
            </a:lvl1pPr>
          </a:lstStyle>
          <a:p>
            <a:pPr marL="0" indent="0">
              <a:buNone/>
            </a:pPr>
            <a:endParaRPr lang="en-GB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52C3469-77B9-62A8-4371-32B2DADB3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9142" y="5461420"/>
            <a:ext cx="5400000" cy="745703"/>
          </a:xfrm>
          <a:solidFill>
            <a:schemeClr val="accent5"/>
          </a:solidFill>
        </p:spPr>
        <p:txBody>
          <a:bodyPr anchor="t" anchorCtr="0">
            <a:noAutofit/>
          </a:bodyPr>
          <a:lstStyle>
            <a:lvl1pPr marL="0" indent="0" algn="l">
              <a:spcBef>
                <a:spcPts val="300"/>
              </a:spcBef>
              <a:spcAft>
                <a:spcPts val="300"/>
              </a:spcAft>
              <a:buNone/>
              <a:defRPr lang="en-US" sz="12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6706AA-F3F8-7BF7-2C30-2D8174DD2941}"/>
              </a:ext>
            </a:extLst>
          </p:cNvPr>
          <p:cNvSpPr/>
          <p:nvPr userDrawn="1"/>
        </p:nvSpPr>
        <p:spPr>
          <a:xfrm flipH="1">
            <a:off x="0" y="0"/>
            <a:ext cx="11927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F0937BE1-6AE1-817D-EC9D-1287624A70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9142" y="1275091"/>
            <a:ext cx="5400000" cy="406400"/>
          </a:xfrm>
        </p:spPr>
        <p:txBody>
          <a:bodyPr>
            <a:noAutofit/>
          </a:bodyPr>
          <a:lstStyle>
            <a:lvl1pPr marL="0" indent="0">
              <a:buNone/>
              <a:defRPr kumimoji="0" lang="en-GB" sz="18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Chart title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E1ED077D-E994-4EB0-9EAD-9D11D519B3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9142" y="4947070"/>
            <a:ext cx="5400000" cy="4064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0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Source: </a:t>
            </a:r>
          </a:p>
          <a:p>
            <a:pPr lvl="0"/>
            <a:r>
              <a:rPr lang="en-GB"/>
              <a:t>Note (optional):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452DF6D-38CD-0622-BEA4-690ED76AA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44" y="365126"/>
            <a:ext cx="11159998" cy="802015"/>
          </a:xfrm>
        </p:spPr>
        <p:txBody>
          <a:bodyPr anchor="t">
            <a:noAutofit/>
          </a:bodyPr>
          <a:lstStyle>
            <a:lvl1pPr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BEA208-99A4-EA2E-7C2A-E3CD467BFEDE}"/>
              </a:ext>
            </a:extLst>
          </p:cNvPr>
          <p:cNvCxnSpPr>
            <a:cxnSpLocks/>
          </p:cNvCxnSpPr>
          <p:nvPr userDrawn="1"/>
        </p:nvCxnSpPr>
        <p:spPr>
          <a:xfrm flipV="1">
            <a:off x="589142" y="1167141"/>
            <a:ext cx="11160000" cy="64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2373B585-EC46-69A0-C1EE-2954AF5413FE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6349142" y="1681491"/>
            <a:ext cx="5400000" cy="3205116"/>
          </a:xfrm>
        </p:spPr>
        <p:txBody>
          <a:bodyPr/>
          <a:lstStyle>
            <a:lvl1pPr>
              <a:defRPr>
                <a:solidFill>
                  <a:srgbClr val="00285F"/>
                </a:solidFill>
              </a:defRPr>
            </a:lvl1pPr>
          </a:lstStyle>
          <a:p>
            <a:pPr marL="0" indent="0">
              <a:buNone/>
            </a:pPr>
            <a:endParaRPr lang="en-GB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5909DB3-32A9-4C5A-3812-C96B2714D6F5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349142" y="5461420"/>
            <a:ext cx="5400000" cy="745703"/>
          </a:xfrm>
          <a:solidFill>
            <a:schemeClr val="accent5"/>
          </a:solidFill>
        </p:spPr>
        <p:txBody>
          <a:bodyPr anchor="t" anchorCtr="0">
            <a:noAutofit/>
          </a:bodyPr>
          <a:lstStyle>
            <a:lvl1pPr marL="0" indent="0" algn="l">
              <a:spcBef>
                <a:spcPts val="300"/>
              </a:spcBef>
              <a:spcAft>
                <a:spcPts val="300"/>
              </a:spcAft>
              <a:buNone/>
              <a:defRPr lang="en-US" sz="12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62A9C0FD-8C59-2401-6E20-8B20289E88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49142" y="1275091"/>
            <a:ext cx="5400000" cy="406400"/>
          </a:xfrm>
        </p:spPr>
        <p:txBody>
          <a:bodyPr>
            <a:noAutofit/>
          </a:bodyPr>
          <a:lstStyle>
            <a:lvl1pPr marL="0" indent="0">
              <a:buNone/>
              <a:defRPr kumimoji="0" lang="en-GB" sz="18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Chart title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C95C811D-0866-2335-4E88-05A8CC1C0D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49142" y="4947070"/>
            <a:ext cx="5400000" cy="4064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0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Source: </a:t>
            </a:r>
          </a:p>
          <a:p>
            <a:pPr lvl="0"/>
            <a:r>
              <a:rPr lang="en-GB"/>
              <a:t>Note (optional): 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383068A-3F41-E08D-3493-0B40D266A2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108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52159-1AF3-D97D-697F-FF18080D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280FB-A795-2C34-30F7-3B334530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B287C65-F529-6A4B-9307-53EFD28F08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D02C04A-8144-D18A-D432-485A45D709E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89142" y="1681491"/>
            <a:ext cx="3600000" cy="3205116"/>
          </a:xfrm>
        </p:spPr>
        <p:txBody>
          <a:bodyPr/>
          <a:lstStyle>
            <a:lvl1pPr>
              <a:defRPr>
                <a:solidFill>
                  <a:srgbClr val="00285F"/>
                </a:solidFill>
              </a:defRPr>
            </a:lvl1pPr>
          </a:lstStyle>
          <a:p>
            <a:pPr marL="0" indent="0">
              <a:buNone/>
            </a:pPr>
            <a:endParaRPr lang="en-GB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52C3469-77B9-62A8-4371-32B2DADB3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9142" y="5461420"/>
            <a:ext cx="3600000" cy="745703"/>
          </a:xfrm>
          <a:solidFill>
            <a:schemeClr val="accent5"/>
          </a:solidFill>
        </p:spPr>
        <p:txBody>
          <a:bodyPr anchor="t" anchorCtr="0">
            <a:noAutofit/>
          </a:bodyPr>
          <a:lstStyle>
            <a:lvl1pPr marL="0" indent="0" algn="l">
              <a:spcBef>
                <a:spcPts val="300"/>
              </a:spcBef>
              <a:spcAft>
                <a:spcPts val="300"/>
              </a:spcAft>
              <a:buNone/>
              <a:defRPr lang="en-US" sz="12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6706AA-F3F8-7BF7-2C30-2D8174DD2941}"/>
              </a:ext>
            </a:extLst>
          </p:cNvPr>
          <p:cNvSpPr/>
          <p:nvPr userDrawn="1"/>
        </p:nvSpPr>
        <p:spPr>
          <a:xfrm flipH="1">
            <a:off x="0" y="0"/>
            <a:ext cx="11927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F0937BE1-6AE1-817D-EC9D-1287624A70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9142" y="1274400"/>
            <a:ext cx="3600000" cy="406400"/>
          </a:xfrm>
        </p:spPr>
        <p:txBody>
          <a:bodyPr>
            <a:noAutofit/>
          </a:bodyPr>
          <a:lstStyle>
            <a:lvl1pPr marL="0" indent="0">
              <a:buNone/>
              <a:defRPr kumimoji="0" lang="en-GB" sz="18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Chart title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E1ED077D-E994-4EB0-9EAD-9D11D519B3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9142" y="4947070"/>
            <a:ext cx="3600000" cy="4064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0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Source: </a:t>
            </a:r>
          </a:p>
          <a:p>
            <a:pPr lvl="0"/>
            <a:r>
              <a:rPr lang="en-GB"/>
              <a:t>Note (optional):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452DF6D-38CD-0622-BEA4-690ED76AA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44" y="365126"/>
            <a:ext cx="11159998" cy="802015"/>
          </a:xfrm>
        </p:spPr>
        <p:txBody>
          <a:bodyPr anchor="t">
            <a:noAutofit/>
          </a:bodyPr>
          <a:lstStyle>
            <a:lvl1pPr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BEA208-99A4-EA2E-7C2A-E3CD467BFEDE}"/>
              </a:ext>
            </a:extLst>
          </p:cNvPr>
          <p:cNvCxnSpPr>
            <a:cxnSpLocks/>
          </p:cNvCxnSpPr>
          <p:nvPr userDrawn="1"/>
        </p:nvCxnSpPr>
        <p:spPr>
          <a:xfrm flipV="1">
            <a:off x="589142" y="1167141"/>
            <a:ext cx="11160000" cy="64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2373B585-EC46-69A0-C1EE-2954AF5413FE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4369142" y="1681491"/>
            <a:ext cx="3600000" cy="3205116"/>
          </a:xfrm>
        </p:spPr>
        <p:txBody>
          <a:bodyPr/>
          <a:lstStyle>
            <a:lvl1pPr>
              <a:defRPr>
                <a:solidFill>
                  <a:srgbClr val="00285F"/>
                </a:solidFill>
              </a:defRPr>
            </a:lvl1pPr>
          </a:lstStyle>
          <a:p>
            <a:pPr marL="0" indent="0">
              <a:buNone/>
            </a:pPr>
            <a:endParaRPr lang="en-GB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5909DB3-32A9-4C5A-3812-C96B2714D6F5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4369142" y="5461420"/>
            <a:ext cx="3600000" cy="745703"/>
          </a:xfrm>
          <a:solidFill>
            <a:schemeClr val="accent5"/>
          </a:solidFill>
        </p:spPr>
        <p:txBody>
          <a:bodyPr anchor="t" anchorCtr="0">
            <a:noAutofit/>
          </a:bodyPr>
          <a:lstStyle>
            <a:lvl1pPr marL="0" indent="0" algn="l">
              <a:spcBef>
                <a:spcPts val="300"/>
              </a:spcBef>
              <a:spcAft>
                <a:spcPts val="300"/>
              </a:spcAft>
              <a:buNone/>
              <a:defRPr lang="en-US" sz="12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62A9C0FD-8C59-2401-6E20-8B20289E880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69142" y="1274400"/>
            <a:ext cx="3600000" cy="406400"/>
          </a:xfrm>
        </p:spPr>
        <p:txBody>
          <a:bodyPr>
            <a:noAutofit/>
          </a:bodyPr>
          <a:lstStyle>
            <a:lvl1pPr marL="0" indent="0">
              <a:buNone/>
              <a:defRPr kumimoji="0" lang="en-GB" sz="18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Chart title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C95C811D-0866-2335-4E88-05A8CC1C0DF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69142" y="4936273"/>
            <a:ext cx="3600000" cy="4064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0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Source: </a:t>
            </a:r>
          </a:p>
          <a:p>
            <a:pPr lvl="0"/>
            <a:r>
              <a:rPr lang="en-GB"/>
              <a:t>Note (optional):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65BC01-1DAB-B7A3-C3DA-F38E0EDCF709}"/>
              </a:ext>
            </a:extLst>
          </p:cNvPr>
          <p:cNvSpPr>
            <a:spLocks noGrp="1"/>
          </p:cNvSpPr>
          <p:nvPr>
            <p:ph sz="half" idx="22"/>
          </p:nvPr>
        </p:nvSpPr>
        <p:spPr>
          <a:xfrm>
            <a:off x="8149142" y="1681491"/>
            <a:ext cx="3600000" cy="3205116"/>
          </a:xfrm>
        </p:spPr>
        <p:txBody>
          <a:bodyPr/>
          <a:lstStyle>
            <a:lvl1pPr>
              <a:defRPr>
                <a:solidFill>
                  <a:srgbClr val="00285F"/>
                </a:solidFill>
              </a:defRPr>
            </a:lvl1pPr>
          </a:lstStyle>
          <a:p>
            <a:pPr marL="0" indent="0">
              <a:buNone/>
            </a:pPr>
            <a:endParaRPr lang="en-GB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51C7377-2A7E-690D-95F7-9E523179999A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8149142" y="5461420"/>
            <a:ext cx="3600000" cy="745703"/>
          </a:xfrm>
          <a:solidFill>
            <a:schemeClr val="accent5"/>
          </a:solidFill>
        </p:spPr>
        <p:txBody>
          <a:bodyPr anchor="t" anchorCtr="0">
            <a:noAutofit/>
          </a:bodyPr>
          <a:lstStyle>
            <a:lvl1pPr marL="0" indent="0" algn="l">
              <a:spcBef>
                <a:spcPts val="300"/>
              </a:spcBef>
              <a:spcAft>
                <a:spcPts val="300"/>
              </a:spcAft>
              <a:buNone/>
              <a:defRPr lang="en-US" sz="12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4481BEAA-B7E4-E7C3-F426-606A79526B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149142" y="1274400"/>
            <a:ext cx="3600000" cy="406400"/>
          </a:xfrm>
        </p:spPr>
        <p:txBody>
          <a:bodyPr>
            <a:noAutofit/>
          </a:bodyPr>
          <a:lstStyle>
            <a:lvl1pPr marL="0" indent="0">
              <a:buNone/>
              <a:defRPr kumimoji="0" lang="en-GB" sz="18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Chart title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CBB46C9D-27F7-ED20-BDC7-B6E3FDA912A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149142" y="4947070"/>
            <a:ext cx="3600000" cy="4064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0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Source: </a:t>
            </a:r>
          </a:p>
          <a:p>
            <a:pPr lvl="0"/>
            <a:r>
              <a:rPr lang="en-GB"/>
              <a:t>Note (optional): </a:t>
            </a:r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079488D0-65B5-F48B-BE69-8929C80FE1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88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hart, Left Hand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52159-1AF3-D97D-697F-FF18080D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280FB-A795-2C34-30F7-3B334530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B287C65-F529-6A4B-9307-53EFD28F08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C944E6F-56D9-3B3E-16E6-1D45F9C33661}"/>
              </a:ext>
            </a:extLst>
          </p:cNvPr>
          <p:cNvSpPr txBox="1">
            <a:spLocks/>
          </p:cNvSpPr>
          <p:nvPr userDrawn="1"/>
        </p:nvSpPr>
        <p:spPr>
          <a:xfrm>
            <a:off x="550863" y="375403"/>
            <a:ext cx="10949140" cy="996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D02C04A-8144-D18A-D432-485A45D709E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905794" y="1681490"/>
            <a:ext cx="7843348" cy="4073515"/>
          </a:xfrm>
        </p:spPr>
        <p:txBody>
          <a:bodyPr/>
          <a:lstStyle>
            <a:lvl1pPr>
              <a:defRPr>
                <a:solidFill>
                  <a:srgbClr val="00285F"/>
                </a:solidFill>
              </a:defRPr>
            </a:lvl1pPr>
          </a:lstStyle>
          <a:p>
            <a:pPr marL="0" indent="0">
              <a:buNone/>
            </a:pPr>
            <a:endParaRPr lang="en-GB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52C3469-77B9-62A8-4371-32B2DADB3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9142" y="1275091"/>
            <a:ext cx="3240000" cy="4932033"/>
          </a:xfrm>
          <a:solidFill>
            <a:schemeClr val="accent5"/>
          </a:solidFill>
        </p:spPr>
        <p:txBody>
          <a:bodyPr anchor="t" anchorCtr="0">
            <a:noAutofit/>
          </a:bodyPr>
          <a:lstStyle>
            <a:lvl1pPr marL="0" indent="0" algn="l">
              <a:spcBef>
                <a:spcPts val="300"/>
              </a:spcBef>
              <a:spcAft>
                <a:spcPts val="300"/>
              </a:spcAft>
              <a:buNone/>
              <a:defRPr lang="en-US" sz="12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6706AA-F3F8-7BF7-2C30-2D8174DD2941}"/>
              </a:ext>
            </a:extLst>
          </p:cNvPr>
          <p:cNvSpPr/>
          <p:nvPr userDrawn="1"/>
        </p:nvSpPr>
        <p:spPr>
          <a:xfrm flipH="1">
            <a:off x="0" y="0"/>
            <a:ext cx="11927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F0937BE1-6AE1-817D-EC9D-1287624A70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5794" y="1275091"/>
            <a:ext cx="7843348" cy="406400"/>
          </a:xfrm>
        </p:spPr>
        <p:txBody>
          <a:bodyPr>
            <a:noAutofit/>
          </a:bodyPr>
          <a:lstStyle>
            <a:lvl1pPr marL="0" indent="0">
              <a:buNone/>
              <a:defRPr kumimoji="0" lang="en-GB" sz="18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Chart title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E1ED077D-E994-4EB0-9EAD-9D11D519B3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05794" y="5800724"/>
            <a:ext cx="7843348" cy="4064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0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Source: </a:t>
            </a:r>
          </a:p>
          <a:p>
            <a:pPr lvl="0"/>
            <a:r>
              <a:rPr lang="en-GB"/>
              <a:t>Note (optional):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452DF6D-38CD-0622-BEA4-690ED76AA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44" y="365126"/>
            <a:ext cx="11159998" cy="802015"/>
          </a:xfrm>
        </p:spPr>
        <p:txBody>
          <a:bodyPr anchor="t">
            <a:noAutofit/>
          </a:bodyPr>
          <a:lstStyle>
            <a:lvl1pPr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BEA208-99A4-EA2E-7C2A-E3CD467BFEDE}"/>
              </a:ext>
            </a:extLst>
          </p:cNvPr>
          <p:cNvCxnSpPr>
            <a:cxnSpLocks/>
          </p:cNvCxnSpPr>
          <p:nvPr userDrawn="1"/>
        </p:nvCxnSpPr>
        <p:spPr>
          <a:xfrm flipV="1">
            <a:off x="589142" y="1167141"/>
            <a:ext cx="11160000" cy="64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A8060-496D-3CA5-98D4-FAD107ECB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165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hart, Right Hand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52159-1AF3-D97D-697F-FF18080D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280FB-A795-2C34-30F7-3B334530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B287C65-F529-6A4B-9307-53EFD28F08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C944E6F-56D9-3B3E-16E6-1D45F9C33661}"/>
              </a:ext>
            </a:extLst>
          </p:cNvPr>
          <p:cNvSpPr txBox="1">
            <a:spLocks/>
          </p:cNvSpPr>
          <p:nvPr userDrawn="1"/>
        </p:nvSpPr>
        <p:spPr>
          <a:xfrm>
            <a:off x="550863" y="375403"/>
            <a:ext cx="10949140" cy="996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D02C04A-8144-D18A-D432-485A45D709E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83889" y="1674345"/>
            <a:ext cx="7843348" cy="4073513"/>
          </a:xfrm>
        </p:spPr>
        <p:txBody>
          <a:bodyPr/>
          <a:lstStyle>
            <a:lvl1pPr>
              <a:defRPr>
                <a:solidFill>
                  <a:srgbClr val="00285F"/>
                </a:solidFill>
              </a:defRPr>
            </a:lvl1pPr>
          </a:lstStyle>
          <a:p>
            <a:pPr marL="0" indent="0">
              <a:buNone/>
            </a:pPr>
            <a:endParaRPr lang="en-GB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52C3469-77B9-62A8-4371-32B2DADB3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9142" y="1265668"/>
            <a:ext cx="3240000" cy="4932033"/>
          </a:xfrm>
          <a:solidFill>
            <a:schemeClr val="accent5"/>
          </a:solidFill>
        </p:spPr>
        <p:txBody>
          <a:bodyPr anchor="t" anchorCtr="0">
            <a:noAutofit/>
          </a:bodyPr>
          <a:lstStyle>
            <a:lvl1pPr marL="0" indent="0" algn="l">
              <a:spcBef>
                <a:spcPts val="300"/>
              </a:spcBef>
              <a:spcAft>
                <a:spcPts val="300"/>
              </a:spcAft>
              <a:buNone/>
              <a:defRPr lang="en-US" sz="12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6706AA-F3F8-7BF7-2C30-2D8174DD2941}"/>
              </a:ext>
            </a:extLst>
          </p:cNvPr>
          <p:cNvSpPr/>
          <p:nvPr userDrawn="1"/>
        </p:nvSpPr>
        <p:spPr>
          <a:xfrm flipH="1">
            <a:off x="0" y="0"/>
            <a:ext cx="11927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F0937BE1-6AE1-817D-EC9D-1287624A70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3889" y="1267946"/>
            <a:ext cx="7843348" cy="406400"/>
          </a:xfrm>
        </p:spPr>
        <p:txBody>
          <a:bodyPr>
            <a:noAutofit/>
          </a:bodyPr>
          <a:lstStyle>
            <a:lvl1pPr marL="0" indent="0">
              <a:buNone/>
              <a:defRPr kumimoji="0" lang="en-GB" sz="18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Chart title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E1ED077D-E994-4EB0-9EAD-9D11D519B3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3889" y="5793579"/>
            <a:ext cx="7843348" cy="4064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0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Source: </a:t>
            </a:r>
          </a:p>
          <a:p>
            <a:pPr lvl="0"/>
            <a:r>
              <a:rPr lang="en-GB"/>
              <a:t>Note (optional):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452DF6D-38CD-0622-BEA4-690ED76AA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44" y="365126"/>
            <a:ext cx="11159998" cy="802015"/>
          </a:xfrm>
        </p:spPr>
        <p:txBody>
          <a:bodyPr anchor="t">
            <a:noAutofit/>
          </a:bodyPr>
          <a:lstStyle>
            <a:lvl1pPr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BEA208-99A4-EA2E-7C2A-E3CD467BFEDE}"/>
              </a:ext>
            </a:extLst>
          </p:cNvPr>
          <p:cNvCxnSpPr>
            <a:cxnSpLocks/>
          </p:cNvCxnSpPr>
          <p:nvPr userDrawn="1"/>
        </p:nvCxnSpPr>
        <p:spPr>
          <a:xfrm flipV="1">
            <a:off x="589142" y="1167141"/>
            <a:ext cx="11160000" cy="64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CC82020-B588-48B0-914B-D8614BB5B6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484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hart, Left Hand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52C3469-77B9-62A8-4371-32B2DADB3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889" y="1267946"/>
            <a:ext cx="5400000" cy="4932033"/>
          </a:xfrm>
          <a:solidFill>
            <a:schemeClr val="accent5"/>
          </a:solidFill>
        </p:spPr>
        <p:txBody>
          <a:bodyPr anchor="t" anchorCtr="0">
            <a:noAutofit/>
          </a:bodyPr>
          <a:lstStyle>
            <a:lvl1pPr marL="0" indent="0" algn="l">
              <a:spcBef>
                <a:spcPts val="300"/>
              </a:spcBef>
              <a:spcAft>
                <a:spcPts val="300"/>
              </a:spcAft>
              <a:buNone/>
              <a:defRPr lang="en-US" sz="12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52159-1AF3-D97D-697F-FF18080D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280FB-A795-2C34-30F7-3B334530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B287C65-F529-6A4B-9307-53EFD28F08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C944E6F-56D9-3B3E-16E6-1D45F9C33661}"/>
              </a:ext>
            </a:extLst>
          </p:cNvPr>
          <p:cNvSpPr txBox="1">
            <a:spLocks/>
          </p:cNvSpPr>
          <p:nvPr userDrawn="1"/>
        </p:nvSpPr>
        <p:spPr>
          <a:xfrm>
            <a:off x="550863" y="375403"/>
            <a:ext cx="10949140" cy="996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D02C04A-8144-D18A-D432-485A45D709E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49142" y="1674345"/>
            <a:ext cx="5400000" cy="4073513"/>
          </a:xfrm>
        </p:spPr>
        <p:txBody>
          <a:bodyPr/>
          <a:lstStyle>
            <a:lvl1pPr>
              <a:defRPr>
                <a:solidFill>
                  <a:srgbClr val="00285F"/>
                </a:solidFill>
              </a:defRPr>
            </a:lvl1pPr>
          </a:lstStyle>
          <a:p>
            <a:pPr marL="0" indent="0">
              <a:buNone/>
            </a:pPr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6706AA-F3F8-7BF7-2C30-2D8174DD2941}"/>
              </a:ext>
            </a:extLst>
          </p:cNvPr>
          <p:cNvSpPr/>
          <p:nvPr userDrawn="1"/>
        </p:nvSpPr>
        <p:spPr>
          <a:xfrm flipH="1">
            <a:off x="0" y="0"/>
            <a:ext cx="11927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F0937BE1-6AE1-817D-EC9D-1287624A70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49142" y="1267946"/>
            <a:ext cx="5400000" cy="406400"/>
          </a:xfrm>
        </p:spPr>
        <p:txBody>
          <a:bodyPr>
            <a:noAutofit/>
          </a:bodyPr>
          <a:lstStyle>
            <a:lvl1pPr marL="0" indent="0">
              <a:buNone/>
              <a:defRPr kumimoji="0" lang="en-GB" sz="18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Chart title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E1ED077D-E994-4EB0-9EAD-9D11D519B3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49142" y="5793579"/>
            <a:ext cx="5400000" cy="4064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0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Source: </a:t>
            </a:r>
          </a:p>
          <a:p>
            <a:pPr lvl="0"/>
            <a:r>
              <a:rPr lang="en-GB"/>
              <a:t>Note (optional):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452DF6D-38CD-0622-BEA4-690ED76AA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44" y="365126"/>
            <a:ext cx="11159998" cy="802015"/>
          </a:xfrm>
        </p:spPr>
        <p:txBody>
          <a:bodyPr anchor="t">
            <a:noAutofit/>
          </a:bodyPr>
          <a:lstStyle>
            <a:lvl1pPr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BEA208-99A4-EA2E-7C2A-E3CD467BFEDE}"/>
              </a:ext>
            </a:extLst>
          </p:cNvPr>
          <p:cNvCxnSpPr>
            <a:cxnSpLocks/>
          </p:cNvCxnSpPr>
          <p:nvPr userDrawn="1"/>
        </p:nvCxnSpPr>
        <p:spPr>
          <a:xfrm flipV="1">
            <a:off x="589142" y="1167141"/>
            <a:ext cx="11160000" cy="64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82B3198-668B-EE0B-DB80-1968BE5573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253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Chart, Right Hand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52159-1AF3-D97D-697F-FF18080D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280FB-A795-2C34-30F7-3B334530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B287C65-F529-6A4B-9307-53EFD28F08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C944E6F-56D9-3B3E-16E6-1D45F9C33661}"/>
              </a:ext>
            </a:extLst>
          </p:cNvPr>
          <p:cNvSpPr txBox="1">
            <a:spLocks/>
          </p:cNvSpPr>
          <p:nvPr userDrawn="1"/>
        </p:nvSpPr>
        <p:spPr>
          <a:xfrm>
            <a:off x="550863" y="375403"/>
            <a:ext cx="10949140" cy="996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D02C04A-8144-D18A-D432-485A45D709E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83889" y="1674345"/>
            <a:ext cx="5400000" cy="4073513"/>
          </a:xfrm>
        </p:spPr>
        <p:txBody>
          <a:bodyPr/>
          <a:lstStyle/>
          <a:p>
            <a:pPr marL="0" indent="0">
              <a:buNone/>
            </a:pPr>
            <a:endParaRPr lang="en-GB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52C3469-77B9-62A8-4371-32B2DADB3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9142" y="1267946"/>
            <a:ext cx="5400000" cy="4932033"/>
          </a:xfrm>
          <a:solidFill>
            <a:schemeClr val="accent5"/>
          </a:solidFill>
        </p:spPr>
        <p:txBody>
          <a:bodyPr anchor="t" anchorCtr="0">
            <a:noAutofit/>
          </a:bodyPr>
          <a:lstStyle>
            <a:lvl1pPr marL="0" indent="0" algn="l">
              <a:spcBef>
                <a:spcPts val="300"/>
              </a:spcBef>
              <a:spcAft>
                <a:spcPts val="300"/>
              </a:spcAft>
              <a:buNone/>
              <a:defRPr lang="en-US" sz="12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6706AA-F3F8-7BF7-2C30-2D8174DD2941}"/>
              </a:ext>
            </a:extLst>
          </p:cNvPr>
          <p:cNvSpPr/>
          <p:nvPr userDrawn="1"/>
        </p:nvSpPr>
        <p:spPr>
          <a:xfrm flipH="1">
            <a:off x="0" y="0"/>
            <a:ext cx="11927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F0937BE1-6AE1-817D-EC9D-1287624A70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3889" y="1267946"/>
            <a:ext cx="5400000" cy="406400"/>
          </a:xfrm>
        </p:spPr>
        <p:txBody>
          <a:bodyPr>
            <a:noAutofit/>
          </a:bodyPr>
          <a:lstStyle>
            <a:lvl1pPr marL="0" indent="0">
              <a:buNone/>
              <a:defRPr kumimoji="0" lang="en-GB" sz="18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Chart title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E1ED077D-E994-4EB0-9EAD-9D11D519B3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3889" y="5793579"/>
            <a:ext cx="5400000" cy="4064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0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Source: </a:t>
            </a:r>
          </a:p>
          <a:p>
            <a:pPr lvl="0"/>
            <a:r>
              <a:rPr lang="en-GB"/>
              <a:t>Note (optional):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452DF6D-38CD-0622-BEA4-690ED76AA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44" y="365126"/>
            <a:ext cx="11159998" cy="802015"/>
          </a:xfrm>
        </p:spPr>
        <p:txBody>
          <a:bodyPr anchor="t">
            <a:noAutofit/>
          </a:bodyPr>
          <a:lstStyle>
            <a:lvl1pPr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BEA208-99A4-EA2E-7C2A-E3CD467BFEDE}"/>
              </a:ext>
            </a:extLst>
          </p:cNvPr>
          <p:cNvCxnSpPr>
            <a:cxnSpLocks/>
          </p:cNvCxnSpPr>
          <p:nvPr userDrawn="1"/>
        </p:nvCxnSpPr>
        <p:spPr>
          <a:xfrm flipV="1">
            <a:off x="589142" y="1167141"/>
            <a:ext cx="11160000" cy="64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0D6E16-C726-30C8-BA04-43FB5230B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220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D02C04A-8144-D18A-D432-485A45D709E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89142" y="1275091"/>
            <a:ext cx="11160000" cy="4077085"/>
          </a:xfrm>
        </p:spPr>
        <p:txBody>
          <a:bodyPr/>
          <a:lstStyle>
            <a:lvl1pPr>
              <a:defRPr>
                <a:solidFill>
                  <a:srgbClr val="00285F"/>
                </a:solidFill>
              </a:defRPr>
            </a:lvl1pPr>
          </a:lstStyle>
          <a:p>
            <a:pPr marL="0" indent="0">
              <a:buNone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52159-1AF3-D97D-697F-FF18080D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280FB-A795-2C34-30F7-3B334530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B287C65-F529-6A4B-9307-53EFD28F08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C944E6F-56D9-3B3E-16E6-1D45F9C33661}"/>
              </a:ext>
            </a:extLst>
          </p:cNvPr>
          <p:cNvSpPr txBox="1">
            <a:spLocks/>
          </p:cNvSpPr>
          <p:nvPr userDrawn="1"/>
        </p:nvSpPr>
        <p:spPr>
          <a:xfrm>
            <a:off x="550863" y="375403"/>
            <a:ext cx="10949140" cy="996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52C3469-77B9-62A8-4371-32B2DADB3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9142" y="5461420"/>
            <a:ext cx="11160000" cy="745703"/>
          </a:xfrm>
          <a:solidFill>
            <a:schemeClr val="accent5"/>
          </a:solidFill>
        </p:spPr>
        <p:txBody>
          <a:bodyPr anchor="t" anchorCtr="0">
            <a:noAutofit/>
          </a:bodyPr>
          <a:lstStyle>
            <a:lvl1pPr marL="0" indent="0" algn="l">
              <a:spcBef>
                <a:spcPts val="300"/>
              </a:spcBef>
              <a:spcAft>
                <a:spcPts val="300"/>
              </a:spcAft>
              <a:buNone/>
              <a:defRPr lang="en-US" sz="12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6706AA-F3F8-7BF7-2C30-2D8174DD2941}"/>
              </a:ext>
            </a:extLst>
          </p:cNvPr>
          <p:cNvSpPr/>
          <p:nvPr userDrawn="1"/>
        </p:nvSpPr>
        <p:spPr>
          <a:xfrm flipH="1">
            <a:off x="0" y="0"/>
            <a:ext cx="11927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452DF6D-38CD-0622-BEA4-690ED76AA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44" y="365126"/>
            <a:ext cx="11159998" cy="802015"/>
          </a:xfrm>
        </p:spPr>
        <p:txBody>
          <a:bodyPr anchor="t">
            <a:noAutofit/>
          </a:bodyPr>
          <a:lstStyle>
            <a:lvl1pPr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BEA208-99A4-EA2E-7C2A-E3CD467BFEDE}"/>
              </a:ext>
            </a:extLst>
          </p:cNvPr>
          <p:cNvCxnSpPr>
            <a:cxnSpLocks/>
          </p:cNvCxnSpPr>
          <p:nvPr userDrawn="1"/>
        </p:nvCxnSpPr>
        <p:spPr>
          <a:xfrm flipV="1">
            <a:off x="589142" y="1167141"/>
            <a:ext cx="11160000" cy="64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E696A39-0DD2-7904-36F1-72C6583BC3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1267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Object, Left Hand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D02C04A-8144-D18A-D432-485A45D709E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905794" y="1274444"/>
            <a:ext cx="7843348" cy="4930092"/>
          </a:xfrm>
        </p:spPr>
        <p:txBody>
          <a:bodyPr/>
          <a:lstStyle>
            <a:lvl1pPr>
              <a:defRPr>
                <a:solidFill>
                  <a:srgbClr val="00285F"/>
                </a:solidFill>
              </a:defRPr>
            </a:lvl1pPr>
          </a:lstStyle>
          <a:p>
            <a:pPr marL="0" indent="0">
              <a:buNone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52159-1AF3-D97D-697F-FF18080D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280FB-A795-2C34-30F7-3B334530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B287C65-F529-6A4B-9307-53EFD28F08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C944E6F-56D9-3B3E-16E6-1D45F9C33661}"/>
              </a:ext>
            </a:extLst>
          </p:cNvPr>
          <p:cNvSpPr txBox="1">
            <a:spLocks/>
          </p:cNvSpPr>
          <p:nvPr userDrawn="1"/>
        </p:nvSpPr>
        <p:spPr>
          <a:xfrm>
            <a:off x="550863" y="375403"/>
            <a:ext cx="10949140" cy="996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52C3469-77B9-62A8-4371-32B2DADB3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629" y="1274444"/>
            <a:ext cx="3240000" cy="4932033"/>
          </a:xfrm>
          <a:solidFill>
            <a:schemeClr val="accent5"/>
          </a:solidFill>
        </p:spPr>
        <p:txBody>
          <a:bodyPr anchor="t" anchorCtr="0">
            <a:noAutofit/>
          </a:bodyPr>
          <a:lstStyle>
            <a:lvl1pPr marL="0" indent="0" algn="l">
              <a:spcBef>
                <a:spcPts val="300"/>
              </a:spcBef>
              <a:spcAft>
                <a:spcPts val="300"/>
              </a:spcAft>
              <a:buNone/>
              <a:defRPr lang="en-US" sz="12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6706AA-F3F8-7BF7-2C30-2D8174DD2941}"/>
              </a:ext>
            </a:extLst>
          </p:cNvPr>
          <p:cNvSpPr/>
          <p:nvPr userDrawn="1"/>
        </p:nvSpPr>
        <p:spPr>
          <a:xfrm flipH="1">
            <a:off x="0" y="0"/>
            <a:ext cx="11927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452DF6D-38CD-0622-BEA4-690ED76AA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44" y="365126"/>
            <a:ext cx="11159998" cy="802015"/>
          </a:xfrm>
        </p:spPr>
        <p:txBody>
          <a:bodyPr anchor="t">
            <a:noAutofit/>
          </a:bodyPr>
          <a:lstStyle>
            <a:lvl1pPr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BEA208-99A4-EA2E-7C2A-E3CD467BFEDE}"/>
              </a:ext>
            </a:extLst>
          </p:cNvPr>
          <p:cNvCxnSpPr>
            <a:cxnSpLocks/>
          </p:cNvCxnSpPr>
          <p:nvPr userDrawn="1"/>
        </p:nvCxnSpPr>
        <p:spPr>
          <a:xfrm flipV="1">
            <a:off x="589142" y="1167141"/>
            <a:ext cx="11160000" cy="64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A8060-496D-3CA5-98D4-FAD107ECB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69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Object, Right Hand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D02C04A-8144-D18A-D432-485A45D709E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83889" y="1274400"/>
            <a:ext cx="7843348" cy="4930737"/>
          </a:xfrm>
        </p:spPr>
        <p:txBody>
          <a:bodyPr/>
          <a:lstStyle>
            <a:lvl1pPr>
              <a:defRPr>
                <a:solidFill>
                  <a:srgbClr val="00285F"/>
                </a:solidFill>
              </a:defRPr>
            </a:lvl1pPr>
          </a:lstStyle>
          <a:p>
            <a:pPr marL="0" indent="0">
              <a:buNone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52159-1AF3-D97D-697F-FF18080D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280FB-A795-2C34-30F7-3B334530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B287C65-F529-6A4B-9307-53EFD28F08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C944E6F-56D9-3B3E-16E6-1D45F9C33661}"/>
              </a:ext>
            </a:extLst>
          </p:cNvPr>
          <p:cNvSpPr txBox="1">
            <a:spLocks/>
          </p:cNvSpPr>
          <p:nvPr userDrawn="1"/>
        </p:nvSpPr>
        <p:spPr>
          <a:xfrm>
            <a:off x="550863" y="375403"/>
            <a:ext cx="10949140" cy="996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52C3469-77B9-62A8-4371-32B2DADB3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09142" y="1273104"/>
            <a:ext cx="3240000" cy="4932033"/>
          </a:xfrm>
          <a:solidFill>
            <a:schemeClr val="accent5"/>
          </a:solidFill>
        </p:spPr>
        <p:txBody>
          <a:bodyPr anchor="t" anchorCtr="0">
            <a:noAutofit/>
          </a:bodyPr>
          <a:lstStyle>
            <a:lvl1pPr marL="0" indent="0" algn="l">
              <a:spcBef>
                <a:spcPts val="300"/>
              </a:spcBef>
              <a:spcAft>
                <a:spcPts val="300"/>
              </a:spcAft>
              <a:buNone/>
              <a:defRPr lang="en-US" sz="12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6706AA-F3F8-7BF7-2C30-2D8174DD2941}"/>
              </a:ext>
            </a:extLst>
          </p:cNvPr>
          <p:cNvSpPr/>
          <p:nvPr userDrawn="1"/>
        </p:nvSpPr>
        <p:spPr>
          <a:xfrm flipH="1">
            <a:off x="0" y="0"/>
            <a:ext cx="11927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452DF6D-38CD-0622-BEA4-690ED76AA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44" y="365126"/>
            <a:ext cx="11159998" cy="802015"/>
          </a:xfrm>
        </p:spPr>
        <p:txBody>
          <a:bodyPr anchor="t">
            <a:noAutofit/>
          </a:bodyPr>
          <a:lstStyle>
            <a:lvl1pPr>
              <a:defRPr sz="2400" b="1">
                <a:solidFill>
                  <a:srgbClr val="0028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BEA208-99A4-EA2E-7C2A-E3CD467BFEDE}"/>
              </a:ext>
            </a:extLst>
          </p:cNvPr>
          <p:cNvCxnSpPr>
            <a:cxnSpLocks/>
          </p:cNvCxnSpPr>
          <p:nvPr userDrawn="1"/>
        </p:nvCxnSpPr>
        <p:spPr>
          <a:xfrm flipV="1">
            <a:off x="589142" y="1167141"/>
            <a:ext cx="11160000" cy="64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CC82020-B588-48B0-914B-D8614BB5B6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068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Object, Left Hand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D02C04A-8144-D18A-D432-485A45D709E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49142" y="1267947"/>
            <a:ext cx="5400000" cy="4932032"/>
          </a:xfrm>
        </p:spPr>
        <p:txBody>
          <a:bodyPr/>
          <a:lstStyle>
            <a:lvl1pPr>
              <a:defRPr>
                <a:solidFill>
                  <a:srgbClr val="00285F"/>
                </a:solidFill>
              </a:defRPr>
            </a:lvl1pPr>
          </a:lstStyle>
          <a:p>
            <a:pPr marL="0" indent="0">
              <a:buNone/>
            </a:pPr>
            <a:endParaRPr lang="en-GB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52C3469-77B9-62A8-4371-32B2DADB3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3889" y="1267946"/>
            <a:ext cx="5400000" cy="4932033"/>
          </a:xfrm>
          <a:solidFill>
            <a:schemeClr val="accent5"/>
          </a:solidFill>
        </p:spPr>
        <p:txBody>
          <a:bodyPr anchor="t" anchorCtr="0">
            <a:noAutofit/>
          </a:bodyPr>
          <a:lstStyle>
            <a:lvl1pPr marL="0" indent="0" algn="l">
              <a:spcBef>
                <a:spcPts val="300"/>
              </a:spcBef>
              <a:spcAft>
                <a:spcPts val="300"/>
              </a:spcAft>
              <a:buNone/>
              <a:defRPr lang="en-US" sz="12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52159-1AF3-D97D-697F-FF18080D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280FB-A795-2C34-30F7-3B334530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B287C65-F529-6A4B-9307-53EFD28F08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C944E6F-56D9-3B3E-16E6-1D45F9C33661}"/>
              </a:ext>
            </a:extLst>
          </p:cNvPr>
          <p:cNvSpPr txBox="1">
            <a:spLocks/>
          </p:cNvSpPr>
          <p:nvPr userDrawn="1"/>
        </p:nvSpPr>
        <p:spPr>
          <a:xfrm>
            <a:off x="550863" y="375403"/>
            <a:ext cx="10949140" cy="996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6706AA-F3F8-7BF7-2C30-2D8174DD2941}"/>
              </a:ext>
            </a:extLst>
          </p:cNvPr>
          <p:cNvSpPr/>
          <p:nvPr userDrawn="1"/>
        </p:nvSpPr>
        <p:spPr>
          <a:xfrm flipH="1">
            <a:off x="0" y="0"/>
            <a:ext cx="11927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452DF6D-38CD-0622-BEA4-690ED76AA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44" y="365126"/>
            <a:ext cx="11159998" cy="802015"/>
          </a:xfrm>
        </p:spPr>
        <p:txBody>
          <a:bodyPr anchor="t">
            <a:noAutofit/>
          </a:bodyPr>
          <a:lstStyle>
            <a:lvl1pPr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BEA208-99A4-EA2E-7C2A-E3CD467BFEDE}"/>
              </a:ext>
            </a:extLst>
          </p:cNvPr>
          <p:cNvCxnSpPr>
            <a:cxnSpLocks/>
          </p:cNvCxnSpPr>
          <p:nvPr userDrawn="1"/>
        </p:nvCxnSpPr>
        <p:spPr>
          <a:xfrm flipV="1">
            <a:off x="589142" y="1167141"/>
            <a:ext cx="11160000" cy="64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82B3198-668B-EE0B-DB80-1968BE5573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5032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Object, Right Hand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D02C04A-8144-D18A-D432-485A45D709E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83889" y="1267947"/>
            <a:ext cx="5400000" cy="4932032"/>
          </a:xfrm>
        </p:spPr>
        <p:txBody>
          <a:bodyPr/>
          <a:lstStyle>
            <a:lvl1pPr>
              <a:defRPr>
                <a:solidFill>
                  <a:srgbClr val="00285F"/>
                </a:solidFill>
              </a:defRPr>
            </a:lvl1pPr>
          </a:lstStyle>
          <a:p>
            <a:pPr marL="0" indent="0">
              <a:buNone/>
            </a:pP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52159-1AF3-D97D-697F-FF18080D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280FB-A795-2C34-30F7-3B334530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B287C65-F529-6A4B-9307-53EFD28F08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C944E6F-56D9-3B3E-16E6-1D45F9C33661}"/>
              </a:ext>
            </a:extLst>
          </p:cNvPr>
          <p:cNvSpPr txBox="1">
            <a:spLocks/>
          </p:cNvSpPr>
          <p:nvPr userDrawn="1"/>
        </p:nvSpPr>
        <p:spPr>
          <a:xfrm>
            <a:off x="550863" y="375403"/>
            <a:ext cx="10949140" cy="996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52C3469-77B9-62A8-4371-32B2DADB3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49142" y="1267946"/>
            <a:ext cx="5400000" cy="4932033"/>
          </a:xfrm>
          <a:solidFill>
            <a:schemeClr val="accent5"/>
          </a:solidFill>
        </p:spPr>
        <p:txBody>
          <a:bodyPr anchor="t" anchorCtr="0">
            <a:noAutofit/>
          </a:bodyPr>
          <a:lstStyle>
            <a:lvl1pPr marL="0" indent="0" algn="l">
              <a:spcBef>
                <a:spcPts val="300"/>
              </a:spcBef>
              <a:spcAft>
                <a:spcPts val="300"/>
              </a:spcAft>
              <a:buNone/>
              <a:defRPr lang="en-US" sz="12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6706AA-F3F8-7BF7-2C30-2D8174DD2941}"/>
              </a:ext>
            </a:extLst>
          </p:cNvPr>
          <p:cNvSpPr/>
          <p:nvPr userDrawn="1"/>
        </p:nvSpPr>
        <p:spPr>
          <a:xfrm flipH="1">
            <a:off x="0" y="0"/>
            <a:ext cx="11927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452DF6D-38CD-0622-BEA4-690ED76AA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44" y="365126"/>
            <a:ext cx="11159998" cy="802015"/>
          </a:xfrm>
        </p:spPr>
        <p:txBody>
          <a:bodyPr anchor="t">
            <a:noAutofit/>
          </a:bodyPr>
          <a:lstStyle>
            <a:lvl1pPr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BEA208-99A4-EA2E-7C2A-E3CD467BFEDE}"/>
              </a:ext>
            </a:extLst>
          </p:cNvPr>
          <p:cNvCxnSpPr>
            <a:cxnSpLocks/>
          </p:cNvCxnSpPr>
          <p:nvPr userDrawn="1"/>
        </p:nvCxnSpPr>
        <p:spPr>
          <a:xfrm flipV="1">
            <a:off x="589142" y="1167141"/>
            <a:ext cx="11160000" cy="64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0D6E16-C726-30C8-BA04-43FB5230B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0237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Object, No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E14DFDA-6C57-5F6B-C31B-345216ABB09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963" y="1274763"/>
            <a:ext cx="11160125" cy="4929187"/>
          </a:xfrm>
        </p:spPr>
        <p:txBody>
          <a:bodyPr/>
          <a:lstStyle>
            <a:lvl1pPr>
              <a:defRPr sz="1800">
                <a:solidFill>
                  <a:srgbClr val="0028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Font typeface="Courier New" panose="02070309020205020404" pitchFamily="49" charset="0"/>
              <a:buChar char="o"/>
              <a:defRPr sz="1600">
                <a:solidFill>
                  <a:srgbClr val="0028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400">
                <a:solidFill>
                  <a:srgbClr val="0028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rgbClr val="0028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200">
                <a:solidFill>
                  <a:srgbClr val="00285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52159-1AF3-D97D-697F-FF18080D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280FB-A795-2C34-30F7-3B334530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B287C65-F529-6A4B-9307-53EFD28F08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C944E6F-56D9-3B3E-16E6-1D45F9C33661}"/>
              </a:ext>
            </a:extLst>
          </p:cNvPr>
          <p:cNvSpPr txBox="1">
            <a:spLocks/>
          </p:cNvSpPr>
          <p:nvPr userDrawn="1"/>
        </p:nvSpPr>
        <p:spPr>
          <a:xfrm>
            <a:off x="550863" y="375403"/>
            <a:ext cx="10949140" cy="996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6706AA-F3F8-7BF7-2C30-2D8174DD2941}"/>
              </a:ext>
            </a:extLst>
          </p:cNvPr>
          <p:cNvSpPr/>
          <p:nvPr userDrawn="1"/>
        </p:nvSpPr>
        <p:spPr>
          <a:xfrm flipH="1">
            <a:off x="0" y="0"/>
            <a:ext cx="11927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452DF6D-38CD-0622-BEA4-690ED76AA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44" y="365126"/>
            <a:ext cx="11159998" cy="802015"/>
          </a:xfrm>
        </p:spPr>
        <p:txBody>
          <a:bodyPr anchor="t">
            <a:noAutofit/>
          </a:bodyPr>
          <a:lstStyle>
            <a:lvl1pPr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BEA208-99A4-EA2E-7C2A-E3CD467BFEDE}"/>
              </a:ext>
            </a:extLst>
          </p:cNvPr>
          <p:cNvCxnSpPr>
            <a:cxnSpLocks/>
          </p:cNvCxnSpPr>
          <p:nvPr userDrawn="1"/>
        </p:nvCxnSpPr>
        <p:spPr>
          <a:xfrm flipV="1">
            <a:off x="589142" y="1167141"/>
            <a:ext cx="11160000" cy="64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E696A39-0DD2-7904-36F1-72C6583BC3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0499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52159-1AF3-D97D-697F-FF18080D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280FB-A795-2C34-30F7-3B334530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B287C65-F529-6A4B-9307-53EFD28F08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C944E6F-56D9-3B3E-16E6-1D45F9C33661}"/>
              </a:ext>
            </a:extLst>
          </p:cNvPr>
          <p:cNvSpPr txBox="1">
            <a:spLocks/>
          </p:cNvSpPr>
          <p:nvPr userDrawn="1"/>
        </p:nvSpPr>
        <p:spPr>
          <a:xfrm>
            <a:off x="550863" y="375403"/>
            <a:ext cx="10949140" cy="996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6706AA-F3F8-7BF7-2C30-2D8174DD2941}"/>
              </a:ext>
            </a:extLst>
          </p:cNvPr>
          <p:cNvSpPr/>
          <p:nvPr userDrawn="1"/>
        </p:nvSpPr>
        <p:spPr>
          <a:xfrm flipH="1">
            <a:off x="0" y="0"/>
            <a:ext cx="11927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452DF6D-38CD-0622-BEA4-690ED76AA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44" y="365126"/>
            <a:ext cx="11159998" cy="802015"/>
          </a:xfrm>
        </p:spPr>
        <p:txBody>
          <a:bodyPr anchor="t">
            <a:noAutofit/>
          </a:bodyPr>
          <a:lstStyle>
            <a:lvl1pPr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BEA208-99A4-EA2E-7C2A-E3CD467BFEDE}"/>
              </a:ext>
            </a:extLst>
          </p:cNvPr>
          <p:cNvCxnSpPr>
            <a:cxnSpLocks/>
          </p:cNvCxnSpPr>
          <p:nvPr userDrawn="1"/>
        </p:nvCxnSpPr>
        <p:spPr>
          <a:xfrm flipV="1">
            <a:off x="589142" y="1167141"/>
            <a:ext cx="11160000" cy="64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E696A39-0DD2-7904-36F1-72C6583BC3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5999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ingle Chart, Left Hand Sid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352159-1AF3-D97D-697F-FF18080DE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280FB-A795-2C34-30F7-3B3345300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B287C65-F529-6A4B-9307-53EFD28F08E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C944E6F-56D9-3B3E-16E6-1D45F9C33661}"/>
              </a:ext>
            </a:extLst>
          </p:cNvPr>
          <p:cNvSpPr txBox="1">
            <a:spLocks/>
          </p:cNvSpPr>
          <p:nvPr userDrawn="1"/>
        </p:nvSpPr>
        <p:spPr>
          <a:xfrm>
            <a:off x="550863" y="375403"/>
            <a:ext cx="10949140" cy="996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n-lt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r>
              <a:rPr lang="en-US" sz="240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D02C04A-8144-D18A-D432-485A45D709EC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905794" y="1681490"/>
            <a:ext cx="3816000" cy="4073515"/>
          </a:xfrm>
        </p:spPr>
        <p:txBody>
          <a:bodyPr/>
          <a:lstStyle>
            <a:lvl1pPr>
              <a:defRPr>
                <a:solidFill>
                  <a:srgbClr val="00285F"/>
                </a:solidFill>
              </a:defRPr>
            </a:lvl1pPr>
          </a:lstStyle>
          <a:p>
            <a:pPr marL="0" indent="0">
              <a:buNone/>
            </a:pPr>
            <a:endParaRPr lang="en-GB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952C3469-77B9-62A8-4371-32B2DADB3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9142" y="1275091"/>
            <a:ext cx="3240000" cy="4932033"/>
          </a:xfrm>
          <a:solidFill>
            <a:schemeClr val="accent5"/>
          </a:solidFill>
        </p:spPr>
        <p:txBody>
          <a:bodyPr anchor="t" anchorCtr="0">
            <a:noAutofit/>
          </a:bodyPr>
          <a:lstStyle>
            <a:lvl1pPr marL="0" indent="0" algn="l">
              <a:spcBef>
                <a:spcPts val="300"/>
              </a:spcBef>
              <a:spcAft>
                <a:spcPts val="300"/>
              </a:spcAft>
              <a:buNone/>
              <a:defRPr lang="en-US" sz="12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C6706AA-F3F8-7BF7-2C30-2D8174DD2941}"/>
              </a:ext>
            </a:extLst>
          </p:cNvPr>
          <p:cNvSpPr/>
          <p:nvPr userDrawn="1"/>
        </p:nvSpPr>
        <p:spPr>
          <a:xfrm flipH="1">
            <a:off x="0" y="0"/>
            <a:ext cx="11927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F0937BE1-6AE1-817D-EC9D-1287624A708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05794" y="1275091"/>
            <a:ext cx="3816000" cy="406400"/>
          </a:xfrm>
        </p:spPr>
        <p:txBody>
          <a:bodyPr>
            <a:noAutofit/>
          </a:bodyPr>
          <a:lstStyle>
            <a:lvl1pPr marL="0" indent="0">
              <a:buNone/>
              <a:defRPr kumimoji="0" lang="en-GB" sz="18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Chart title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E1ED077D-E994-4EB0-9EAD-9D11D519B3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05794" y="5800724"/>
            <a:ext cx="7843348" cy="4064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0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Source: </a:t>
            </a:r>
          </a:p>
          <a:p>
            <a:pPr lvl="0"/>
            <a:r>
              <a:rPr lang="en-GB"/>
              <a:t>Note (optional):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452DF6D-38CD-0622-BEA4-690ED76AA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144" y="365126"/>
            <a:ext cx="11159998" cy="802015"/>
          </a:xfrm>
        </p:spPr>
        <p:txBody>
          <a:bodyPr anchor="t">
            <a:noAutofit/>
          </a:bodyPr>
          <a:lstStyle>
            <a:lvl1pPr>
              <a:defRPr sz="2400" b="1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4BEA208-99A4-EA2E-7C2A-E3CD467BFEDE}"/>
              </a:ext>
            </a:extLst>
          </p:cNvPr>
          <p:cNvCxnSpPr>
            <a:cxnSpLocks/>
          </p:cNvCxnSpPr>
          <p:nvPr userDrawn="1"/>
        </p:nvCxnSpPr>
        <p:spPr>
          <a:xfrm flipV="1">
            <a:off x="589142" y="1167141"/>
            <a:ext cx="11160000" cy="647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A8060-496D-3CA5-98D4-FAD107ECB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GB"/>
              <a:t>OFFICIAL SENSITIVE: NOT GOVERNMENT POLICY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B9E8F-15E6-E58A-5C13-21D4BBBBCC49}"/>
              </a:ext>
            </a:extLst>
          </p:cNvPr>
          <p:cNvSpPr>
            <a:spLocks noGrp="1"/>
          </p:cNvSpPr>
          <p:nvPr>
            <p:ph sz="half" idx="18"/>
          </p:nvPr>
        </p:nvSpPr>
        <p:spPr>
          <a:xfrm>
            <a:off x="7933142" y="1681490"/>
            <a:ext cx="3816000" cy="4073515"/>
          </a:xfrm>
        </p:spPr>
        <p:txBody>
          <a:bodyPr/>
          <a:lstStyle>
            <a:lvl1pPr>
              <a:defRPr>
                <a:solidFill>
                  <a:srgbClr val="00285F"/>
                </a:solidFill>
              </a:defRPr>
            </a:lvl1pPr>
          </a:lstStyle>
          <a:p>
            <a:pPr marL="0" indent="0">
              <a:buNone/>
            </a:pPr>
            <a:endParaRPr lang="en-GB"/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2B3693B0-4953-7452-C07B-ACDCB6B2407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33142" y="1275091"/>
            <a:ext cx="3816000" cy="406400"/>
          </a:xfrm>
        </p:spPr>
        <p:txBody>
          <a:bodyPr>
            <a:noAutofit/>
          </a:bodyPr>
          <a:lstStyle>
            <a:lvl1pPr marL="0" indent="0">
              <a:buNone/>
              <a:defRPr kumimoji="0" lang="en-GB" sz="18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Chart title</a:t>
            </a:r>
          </a:p>
        </p:txBody>
      </p:sp>
    </p:spTree>
    <p:extLst>
      <p:ext uri="{BB962C8B-B14F-4D97-AF65-F5344CB8AC3E}">
        <p14:creationId xmlns:p14="http://schemas.microsoft.com/office/powerpoint/2010/main" val="259358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9C416F-AF4A-07BB-3A2C-7C4AD01C6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2FE857-1055-9D96-35A1-0A201170E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EA9B4-2EA7-82FE-F60B-C3212C4F32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077C1E-9BC5-12A6-1BAB-D8AA6CDDB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4"/>
                </a:solidFill>
              </a:defRPr>
            </a:lvl1pPr>
          </a:lstStyle>
          <a:p>
            <a:r>
              <a:rPr lang="en-GB"/>
              <a:t>OFFICIAL SENSITIVE: NOT GOVERNMENT POLICY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05157-7722-7F12-BF82-5CCF556C4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87C65-F529-6A4B-9307-53EFD28F08E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007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888" r:id="rId3"/>
    <p:sldLayoutId id="2147483881" r:id="rId4"/>
    <p:sldLayoutId id="2147483816" r:id="rId5"/>
    <p:sldLayoutId id="2147483815" r:id="rId6"/>
    <p:sldLayoutId id="2147483876" r:id="rId7"/>
    <p:sldLayoutId id="2147483877" r:id="rId8"/>
    <p:sldLayoutId id="2147483878" r:id="rId9"/>
    <p:sldLayoutId id="2147483880" r:id="rId10"/>
    <p:sldLayoutId id="2147483879" r:id="rId11"/>
    <p:sldLayoutId id="2147483887" r:id="rId12"/>
    <p:sldLayoutId id="2147483883" r:id="rId13"/>
    <p:sldLayoutId id="2147483884" r:id="rId14"/>
    <p:sldLayoutId id="2147483885" r:id="rId15"/>
    <p:sldLayoutId id="2147483886" r:id="rId16"/>
    <p:sldLayoutId id="2147483889" r:id="rId17"/>
    <p:sldLayoutId id="2147483882" r:id="rId18"/>
    <p:sldLayoutId id="2147483891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D2CA8B-3B40-94FB-B12F-2778CEC40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7C65-F529-6A4B-9307-53EFD28F08ED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11080-4A1F-6981-4778-AA207D6B90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Dark blue (#00285f) is the key primary colour and berry (#a90083) is the key secondary colour. Blue and berry shades should be used in the first instance, but other core colours may be used in situations with a lot of data. The above HEX codes which have been tested against the accessibility guidance.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357648-A00A-D614-99CA-E3768CB6BE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New analytical colour pallet: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54CB8B-DF76-8122-858B-6D9C255E2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The analytical community’s house colours are Dark Blue and </a:t>
            </a:r>
            <a:r>
              <a:rPr lang="en-GB">
                <a:solidFill>
                  <a:srgbClr val="A90083"/>
                </a:solidFill>
              </a:rPr>
              <a:t>Berry</a:t>
            </a:r>
            <a:r>
              <a:rPr lang="en-GB">
                <a:solidFill>
                  <a:schemeClr val="bg1"/>
                </a:solidFill>
              </a:rPr>
              <a:t>,</a:t>
            </a:r>
            <a:r>
              <a:rPr lang="en-GB" b="0">
                <a:solidFill>
                  <a:srgbClr val="A90083"/>
                </a:solidFill>
              </a:rPr>
              <a:t> </a:t>
            </a:r>
            <a:r>
              <a:rPr lang="en-GB"/>
              <a:t>your audience and delivery method should be front of mind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6F2B14-FAFA-1366-1A55-7342B83CD341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r>
              <a:rPr lang="en-GB"/>
              <a:t>Remember, everything we do must be </a:t>
            </a:r>
            <a:r>
              <a:rPr lang="en-GB" b="1"/>
              <a:t>concise, compelling, and accurate.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2D7BF1C-F56E-6448-3C80-8246157A5FD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GB"/>
              <a:t>Check list: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B4120C-C6EE-F665-C00A-538A89A6D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OFFICIAL SENSITIVE: NOT GOVERNMENT POLICY</a:t>
            </a:r>
            <a:endParaRPr lang="en-US"/>
          </a:p>
        </p:txBody>
      </p:sp>
      <p:graphicFrame>
        <p:nvGraphicFramePr>
          <p:cNvPr id="13" name="Content Placeholder 8">
            <a:extLst>
              <a:ext uri="{FF2B5EF4-FFF2-40B4-BE49-F238E27FC236}">
                <a16:creationId xmlns:a16="http://schemas.microsoft.com/office/drawing/2014/main" id="{2BAE4F2C-DA2D-36AB-C432-E55E28932911}"/>
              </a:ext>
            </a:extLst>
          </p:cNvPr>
          <p:cNvGraphicFramePr>
            <a:graphicFrameLocks noGrp="1"/>
          </p:cNvGraphicFramePr>
          <p:nvPr>
            <p:ph sz="half" idx="13"/>
            <p:extLst>
              <p:ext uri="{D42A27DB-BD31-4B8C-83A1-F6EECF244321}">
                <p14:modId xmlns:p14="http://schemas.microsoft.com/office/powerpoint/2010/main" val="3650899522"/>
              </p:ext>
            </p:extLst>
          </p:nvPr>
        </p:nvGraphicFramePr>
        <p:xfrm>
          <a:off x="589142" y="1702126"/>
          <a:ext cx="5399999" cy="3651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5897">
                  <a:extLst>
                    <a:ext uri="{9D8B030D-6E8A-4147-A177-3AD203B41FA5}">
                      <a16:colId xmlns:a16="http://schemas.microsoft.com/office/drawing/2014/main" val="3394355460"/>
                    </a:ext>
                  </a:extLst>
                </a:gridCol>
                <a:gridCol w="1328034">
                  <a:extLst>
                    <a:ext uri="{9D8B030D-6E8A-4147-A177-3AD203B41FA5}">
                      <a16:colId xmlns:a16="http://schemas.microsoft.com/office/drawing/2014/main" val="929322632"/>
                    </a:ext>
                  </a:extLst>
                </a:gridCol>
                <a:gridCol w="1328034">
                  <a:extLst>
                    <a:ext uri="{9D8B030D-6E8A-4147-A177-3AD203B41FA5}">
                      <a16:colId xmlns:a16="http://schemas.microsoft.com/office/drawing/2014/main" val="4221093614"/>
                    </a:ext>
                  </a:extLst>
                </a:gridCol>
                <a:gridCol w="1328034">
                  <a:extLst>
                    <a:ext uri="{9D8B030D-6E8A-4147-A177-3AD203B41FA5}">
                      <a16:colId xmlns:a16="http://schemas.microsoft.com/office/drawing/2014/main" val="2187309390"/>
                    </a:ext>
                  </a:extLst>
                </a:gridCol>
              </a:tblGrid>
              <a:tr h="675579"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solidFill>
                            <a:srgbClr val="00285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Dark Blue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solidFill>
                            <a:srgbClr val="A9008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Berry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solidFill>
                            <a:srgbClr val="004D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Core colours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>
                          <a:solidFill>
                            <a:srgbClr val="73737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Grey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3393740"/>
                  </a:ext>
                </a:extLst>
              </a:tr>
              <a:tr h="2975765">
                <a:tc>
                  <a:txBody>
                    <a:bodyPr/>
                    <a:lstStyle/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en-GB" sz="1800">
                          <a:solidFill>
                            <a:srgbClr val="D9DDE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#d9ddea</a:t>
                      </a:r>
                    </a:p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en-GB" sz="1800">
                          <a:solidFill>
                            <a:srgbClr val="A8ADBE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#a8adbe </a:t>
                      </a:r>
                    </a:p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en-GB" sz="1800">
                          <a:solidFill>
                            <a:srgbClr val="777D9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#777d96</a:t>
                      </a:r>
                    </a:p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en-GB" sz="1800">
                          <a:solidFill>
                            <a:srgbClr val="A3ABCC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#a3abcc </a:t>
                      </a:r>
                    </a:p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en-GB" sz="1800" b="1">
                          <a:solidFill>
                            <a:srgbClr val="00285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#00285f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en-GB" sz="1800" kern="1200">
                          <a:solidFill>
                            <a:srgbClr val="C886B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#c886b1</a:t>
                      </a:r>
                    </a:p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en-GB" sz="1800" kern="1200">
                          <a:solidFill>
                            <a:srgbClr val="D979B7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#d979b7</a:t>
                      </a:r>
                    </a:p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en-GB" sz="1800" b="1" kern="1200">
                          <a:solidFill>
                            <a:srgbClr val="A9008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#a90083 </a:t>
                      </a:r>
                    </a:p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en-GB" sz="1800" kern="1200">
                          <a:solidFill>
                            <a:srgbClr val="7B005B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#7b005b</a:t>
                      </a:r>
                    </a:p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en-GB" sz="1800" kern="1200">
                          <a:solidFill>
                            <a:srgbClr val="550137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#550137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en-GB" sz="1800" b="0">
                          <a:solidFill>
                            <a:srgbClr val="004D44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#004d44</a:t>
                      </a:r>
                    </a:p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en-GB" sz="1800" b="0">
                          <a:solidFill>
                            <a:srgbClr val="4F0B7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#4f0b7b</a:t>
                      </a:r>
                    </a:p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en-GB" sz="1800" b="0">
                          <a:solidFill>
                            <a:srgbClr val="0063BE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#0063be</a:t>
                      </a:r>
                    </a:p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en-GB" sz="1800" b="0">
                          <a:solidFill>
                            <a:srgbClr val="CF102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#cf102d</a:t>
                      </a:r>
                    </a:p>
                    <a:p>
                      <a:pPr algn="l">
                        <a:lnSpc>
                          <a:spcPts val="4000"/>
                        </a:lnSpc>
                      </a:pPr>
                      <a:r>
                        <a:rPr lang="it-IT" sz="1800" b="0">
                          <a:solidFill>
                            <a:srgbClr val="E2491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#e24912</a:t>
                      </a:r>
                      <a:endParaRPr lang="en-GB" sz="1800" b="0" kern="1200">
                        <a:solidFill>
                          <a:schemeClr val="dk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Bef>
                          <a:spcPts val="600"/>
                        </a:spcBef>
                      </a:pPr>
                      <a:r>
                        <a:rPr lang="en-GB">
                          <a:solidFill>
                            <a:srgbClr val="CDC4C6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#cdc4c6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GB">
                          <a:solidFill>
                            <a:srgbClr val="AFA8A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#afa8aa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GB">
                          <a:solidFill>
                            <a:srgbClr val="73737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#737373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GB">
                          <a:solidFill>
                            <a:srgbClr val="606060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#606060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GB">
                          <a:solidFill>
                            <a:srgbClr val="4D4D4D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#4d4d4d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GB">
                          <a:solidFill>
                            <a:srgbClr val="3B3B3B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#3b3b3b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GB">
                          <a:solidFill>
                            <a:srgbClr val="2A2A2A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#2a2a2a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GB">
                          <a:solidFill>
                            <a:srgbClr val="191919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#191919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978124"/>
                  </a:ext>
                </a:extLst>
              </a:tr>
            </a:tbl>
          </a:graphicData>
        </a:graphic>
      </p:graphicFrame>
      <p:graphicFrame>
        <p:nvGraphicFramePr>
          <p:cNvPr id="16" name="Content Placeholder 8">
            <a:extLst>
              <a:ext uri="{FF2B5EF4-FFF2-40B4-BE49-F238E27FC236}">
                <a16:creationId xmlns:a16="http://schemas.microsoft.com/office/drawing/2014/main" id="{EA3E89A8-3429-ECAB-C642-3FE1CF57CC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69396904"/>
              </p:ext>
            </p:extLst>
          </p:nvPr>
        </p:nvGraphicFramePr>
        <p:xfrm>
          <a:off x="6349141" y="1702128"/>
          <a:ext cx="5399999" cy="3651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7845">
                  <a:extLst>
                    <a:ext uri="{9D8B030D-6E8A-4147-A177-3AD203B41FA5}">
                      <a16:colId xmlns:a16="http://schemas.microsoft.com/office/drawing/2014/main" val="3394355460"/>
                    </a:ext>
                  </a:extLst>
                </a:gridCol>
                <a:gridCol w="572154">
                  <a:extLst>
                    <a:ext uri="{9D8B030D-6E8A-4147-A177-3AD203B41FA5}">
                      <a16:colId xmlns:a16="http://schemas.microsoft.com/office/drawing/2014/main" val="929322632"/>
                    </a:ext>
                  </a:extLst>
                </a:gridCol>
              </a:tblGrid>
              <a:tr h="3651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slide pack is tailored for 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0"/>
                        </a:lnSpc>
                      </a:pPr>
                      <a:endParaRPr lang="en-GB" sz="1200" b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2978124"/>
                  </a:ext>
                </a:extLst>
              </a:tr>
              <a:tr h="3651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Titles are clear and inform the reader of the slides purpose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0"/>
                        </a:lnSpc>
                      </a:pPr>
                      <a:endParaRPr lang="en-GB" sz="1200" b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2607519"/>
                  </a:ext>
                </a:extLst>
              </a:tr>
              <a:tr h="3651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Text heavy slides have a clear direction and/or use subheadings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0"/>
                        </a:lnSpc>
                      </a:pPr>
                      <a:endParaRPr lang="en-GB" sz="1200" b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260595"/>
                  </a:ext>
                </a:extLst>
              </a:tr>
              <a:tr h="3651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 language is simple and accessible to non-analysts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0"/>
                        </a:lnSpc>
                      </a:pPr>
                      <a:endParaRPr lang="en-GB" sz="1200" b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3345385"/>
                  </a:ext>
                </a:extLst>
              </a:tr>
              <a:tr h="3651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Colours are consistent throughout the slide pack (Blue and Berry!)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0"/>
                        </a:lnSpc>
                      </a:pPr>
                      <a:endParaRPr lang="en-GB" sz="1200" b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893985"/>
                  </a:ext>
                </a:extLst>
              </a:tr>
              <a:tr h="3651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 charts have clear titles and sources (which aren’t too technical) 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0"/>
                        </a:lnSpc>
                      </a:pPr>
                      <a:endParaRPr lang="en-GB" sz="1200" b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2988081"/>
                  </a:ext>
                </a:extLst>
              </a:tr>
              <a:tr h="3651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Font sizes are consistent throughout the slide pack – Arial size 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0"/>
                        </a:lnSpc>
                      </a:pPr>
                      <a:endParaRPr lang="en-GB" sz="1200" b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2981771"/>
                  </a:ext>
                </a:extLst>
              </a:tr>
              <a:tr h="3651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slide contains a security marking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0"/>
                        </a:lnSpc>
                      </a:pPr>
                      <a:endParaRPr lang="en-GB" sz="1200" b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22185"/>
                  </a:ext>
                </a:extLst>
              </a:tr>
              <a:tr h="3651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pack considers what this means for the reader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0"/>
                        </a:lnSpc>
                      </a:pPr>
                      <a:endParaRPr lang="en-GB" sz="1200" b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211291"/>
                  </a:ext>
                </a:extLst>
              </a:tr>
              <a:tr h="36513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The pack contains a risk rating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0"/>
                        </a:lnSpc>
                      </a:pPr>
                      <a:endParaRPr lang="en-GB" sz="1200" b="0" kern="1200">
                        <a:solidFill>
                          <a:schemeClr val="bg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4314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7641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C182521-8FE4-4026-790E-9EF48D26910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D01BB0D-F799-EA57-11BF-4039D34C88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>
                <a:latin typeface="Arial"/>
                <a:cs typeface="Arial"/>
              </a:rPr>
              <a:t>Title slide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9D002235-81DF-2C88-660D-70C3970FBA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GB">
                <a:latin typeface="Arial"/>
                <a:cs typeface="Arial"/>
              </a:rPr>
              <a:t>Team </a:t>
            </a:r>
          </a:p>
          <a:p>
            <a:r>
              <a:rPr lang="en-GB">
                <a:latin typeface="Arial"/>
                <a:cs typeface="Arial"/>
              </a:rPr>
              <a:t>Date</a:t>
            </a: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CDEA4-A765-1A3B-90F5-7A7E9ACBDB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38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26C007-28E6-32F6-764D-2D4038ABB79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3FBFA-8467-2EFE-98FC-62F5731DBEA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A68E80-CC65-7AD8-4FE9-BAE176099D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C9C851-E041-F76F-A63C-0850968D89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A9281BA-2698-2C2F-7A0A-2D74092C40F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5B6C437-A839-81D9-FA4A-85834E5C06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OFFICIAL SENSITIVE: NOT GOVERNMENT POLICY</a:t>
            </a: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546556-73F6-99D1-3C04-856510542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7C65-F529-6A4B-9307-53EFD28F08ED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3863221-2174-42B4-1923-5013995BCD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94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AD0CC7-F72B-BB5C-AFEE-8D0EDB55E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7C65-F529-6A4B-9307-53EFD28F08E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633F4-A2C3-52C6-A725-59E6A2AD7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BFAD1C-D51D-94C1-3F6D-0D9CE685E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44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AE30ED-CE46-45B6-70A5-F0CBE0DB8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7C65-F529-6A4B-9307-53EFD28F08E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75558-AD73-F6C5-9E20-A0218BE509C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C2091-8B1E-4715-3FDC-1B0EA314A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39CC9-49AD-25C9-2FCA-BCE93D0A35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B428FAA-6ED8-0519-9CC2-64482CC653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82E21C5-413D-2902-CB49-9CB37EC1E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215C5E-024F-7042-DD5E-4A6A864949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28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32FEA0-AB9F-BC6F-A65C-FCA4B94EE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7C65-F529-6A4B-9307-53EFD28F08E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39F66-0309-39BE-FC7D-201BA1F5DEA3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739E5-D813-9572-A72F-5116BDD6F7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A20F9F-0AE1-4366-91D6-569BC312E69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9C4A52-7385-3F58-3FC8-54252F4C2D3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E0681C2-0DBE-ADE2-439C-9768EA444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EB48440-E1C7-9B86-A71E-12EEB7837146}"/>
              </a:ext>
            </a:extLst>
          </p:cNvPr>
          <p:cNvSpPr>
            <a:spLocks noGrp="1"/>
          </p:cNvSpPr>
          <p:nvPr>
            <p:ph sz="half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9221C4-1FBF-7AD5-1315-12013C3DE11D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3992603-1E55-E209-A9C1-7F90618019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ED4761-C65B-020B-D5D6-D2589BC9313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0282374-84CD-BE78-1699-D68622811A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2221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89D042-D300-D017-33AF-191FB180E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7C65-F529-6A4B-9307-53EFD28F08E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90B9CD-7256-B516-2FB6-0E1ED255BD50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CCE2E5-4EA9-ABF0-DEDA-E6328B207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233FE9-3F10-A962-3AF6-E5071F4C21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0F1B9AB-C3C1-4CAA-ABE2-096DF7986B4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CCFABEC-8BB4-B38F-49F6-C3324E52F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5BC4911-B0DF-CAD1-41FB-E8AE38C3BA23}"/>
              </a:ext>
            </a:extLst>
          </p:cNvPr>
          <p:cNvSpPr>
            <a:spLocks noGrp="1"/>
          </p:cNvSpPr>
          <p:nvPr>
            <p:ph sz="half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8ED05E-B42E-F78B-D74D-23A49DA0FA82}"/>
              </a:ext>
            </a:extLst>
          </p:cNvPr>
          <p:cNvSpPr>
            <a:spLocks noGrp="1"/>
          </p:cNvSpPr>
          <p:nvPr>
            <p:ph type="body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B014C9-74C5-6332-EABB-B610E8F2914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F4F3879-A766-4483-FA17-EA8FA84C8DB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00A0C5-FF17-A814-650D-EC78E97F1F7D}"/>
              </a:ext>
            </a:extLst>
          </p:cNvPr>
          <p:cNvSpPr>
            <a:spLocks noGrp="1"/>
          </p:cNvSpPr>
          <p:nvPr>
            <p:ph sz="half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A51CBA0D-A57E-7610-2A59-222070B54335}"/>
              </a:ext>
            </a:extLst>
          </p:cNvPr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9C7BC26-4442-0E99-FFB3-81FBC9BA67D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D14312E-F4AC-D4AB-D8EA-1247F447A8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D0B6CE04-9AB8-84DC-8CF2-C0E2A3D9B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567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762526-44EA-CD40-8FE7-945B54D84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7C65-F529-6A4B-9307-53EFD28F08E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688A-3A8B-6470-45CD-7A09D3C5488E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2B8BA7-6BC5-579C-EC34-BCD0886DD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488587-CD87-38F7-8BEA-6E36AA35BC5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72FF73E-4E90-95B2-EEAD-349A9E012B9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6522B32-3FC1-055C-9AF6-C1148EAEF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924AC7-DEFD-ED96-D80A-CDD28F867E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547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BAF2ED-B958-27B8-0CED-A0BB82DF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7C65-F529-6A4B-9307-53EFD28F08E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3E9A4-E3BE-BFA4-3BC3-2276C791956B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96E90-20E7-0E97-2145-C15F515DA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A35CDF-4875-3E3C-3E7F-2BB5340915F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9765C16-9309-56F3-B040-5233FB69F0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CB012F1-F180-159A-F396-EAEDAAE68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5C0872-0634-86AE-89AB-5E2C0EA5A9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OFFICIAL SENSITIVE: NOT GOVERNMENT POLICY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981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417D7B-AF97-2B5F-9F49-CD5D1C943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7C65-F529-6A4B-9307-53EFD28F08E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C6D8F-7B14-F41C-3C33-1008C1267236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0DAED0-CACA-8EFB-A9B4-7864CBB1C0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0C22D6-C997-CDBE-E9EF-5C6C982B86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006E78-F9EB-3467-B83C-6EB6BA990EC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73BB0AA-4CF6-CC85-CC8B-0C882258B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57138A-0F37-22AA-7EFC-3A1737113E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OFFICIAL SENSITIVE: NOT GOVERNMENT POLICY</a:t>
            </a:r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6E86CBA-BD40-95D1-DDC1-2EF8B34B54E6}"/>
              </a:ext>
            </a:extLst>
          </p:cNvPr>
          <p:cNvSpPr>
            <a:spLocks noGrp="1"/>
          </p:cNvSpPr>
          <p:nvPr>
            <p:ph sz="half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AE35899-D18A-827F-5401-0C3320223B1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561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D9E503-27BE-A3B3-20FD-A2FD0B3C7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7C65-F529-6A4B-9307-53EFD28F08ED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0EA04E-FE09-8705-8FCB-0B0EB43FF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does this mean for DBT?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FE83AE-2EA0-338B-D92B-5CDD652C0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OFFICIAL SENSITIVE: NOT GOVERNMENT POLICY</a:t>
            </a:r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3B7381C-21A0-703A-B650-89661DA68ED2}"/>
              </a:ext>
            </a:extLst>
          </p:cNvPr>
          <p:cNvSpPr txBox="1">
            <a:spLocks/>
          </p:cNvSpPr>
          <p:nvPr/>
        </p:nvSpPr>
        <p:spPr>
          <a:xfrm>
            <a:off x="589144" y="1682408"/>
            <a:ext cx="5307188" cy="1967055"/>
          </a:xfrm>
          <a:prstGeom prst="rect">
            <a:avLst/>
          </a:prstGeom>
          <a:solidFill>
            <a:schemeClr val="accent5"/>
          </a:solidFill>
        </p:spPr>
        <p:txBody>
          <a:bodyPr vert="horz" lIns="91440" tIns="45720" rIns="91440" bIns="45720" rtlCol="0" anchor="ctr" anchorCtr="0">
            <a:noAutofit/>
          </a:bodyPr>
          <a:lstStyle>
            <a:defPPr>
              <a:defRPr lang="en-US"/>
            </a:defPPr>
            <a:lvl1pPr marL="171450" indent="-1714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kumimoji="0" sz="11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b="1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9pPr>
          </a:lstStyle>
          <a:p>
            <a:r>
              <a:rPr lang="en-GB" sz="1200"/>
              <a:t>XYZ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4B51B6-9C59-F5EA-C4DA-810F2385EF77}"/>
              </a:ext>
            </a:extLst>
          </p:cNvPr>
          <p:cNvSpPr txBox="1">
            <a:spLocks/>
          </p:cNvSpPr>
          <p:nvPr/>
        </p:nvSpPr>
        <p:spPr>
          <a:xfrm>
            <a:off x="622194" y="4103524"/>
            <a:ext cx="5307188" cy="1967055"/>
          </a:xfrm>
          <a:prstGeom prst="rect">
            <a:avLst/>
          </a:prstGeom>
          <a:solidFill>
            <a:schemeClr val="accent5"/>
          </a:solidFill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00" b="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kumimoji="0" lang="en-GB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XYZ</a:t>
            </a:r>
            <a:endParaRPr lang="en-GB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cs typeface="Arial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89D1477-90C8-DCE3-F170-C90A3B0042CF}"/>
              </a:ext>
            </a:extLst>
          </p:cNvPr>
          <p:cNvSpPr txBox="1">
            <a:spLocks/>
          </p:cNvSpPr>
          <p:nvPr/>
        </p:nvSpPr>
        <p:spPr>
          <a:xfrm>
            <a:off x="6271192" y="1682407"/>
            <a:ext cx="5307188" cy="1967056"/>
          </a:xfrm>
          <a:prstGeom prst="rect">
            <a:avLst/>
          </a:prstGeom>
          <a:solidFill>
            <a:schemeClr val="accent5"/>
          </a:solidFill>
        </p:spPr>
        <p:txBody>
          <a:bodyPr vert="horz" lIns="91440" tIns="45720" rIns="91440" bIns="45720" rtlCol="0" anchor="ctr" anchorCtr="0">
            <a:noAutofit/>
          </a:bodyPr>
          <a:lstStyle>
            <a:defPPr>
              <a:defRPr lang="en-US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b="1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GB" sz="1200" b="0">
                <a:solidFill>
                  <a:srgbClr val="000000"/>
                </a:solidFill>
                <a:latin typeface="Arial" panose="020B0604020202020204"/>
                <a:cs typeface="+mn-cs"/>
              </a:rPr>
              <a:t>XYZ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CF5BB924-793D-22F1-1325-FBA8C18169C1}"/>
              </a:ext>
            </a:extLst>
          </p:cNvPr>
          <p:cNvSpPr txBox="1">
            <a:spLocks/>
          </p:cNvSpPr>
          <p:nvPr/>
        </p:nvSpPr>
        <p:spPr>
          <a:xfrm>
            <a:off x="6271192" y="4103524"/>
            <a:ext cx="5307188" cy="1967056"/>
          </a:xfrm>
          <a:prstGeom prst="rect">
            <a:avLst/>
          </a:prstGeom>
          <a:solidFill>
            <a:schemeClr val="accent5"/>
          </a:solidFill>
        </p:spPr>
        <p:txBody>
          <a:bodyPr vert="horz" lIns="91440" tIns="45720" rIns="91440" bIns="45720" rtlCol="0" anchor="ctr" anchorCtr="0">
            <a:noAutofit/>
          </a:bodyPr>
          <a:lstStyle>
            <a:defPPr>
              <a:defRPr lang="en-US"/>
            </a:defPPr>
            <a:lvl1pPr indent="0"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/>
            </a:lvl2pPr>
            <a:lvl3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b="1"/>
            </a:lvl3pPr>
            <a:lvl4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4pPr>
            <a:lvl5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6pPr>
            <a:lvl7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7pPr>
            <a:lvl8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8pPr>
            <a:lvl9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/>
            </a:lvl9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XYZ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9CD137-9D9D-E9D8-EB17-E627C61ED9FC}"/>
              </a:ext>
            </a:extLst>
          </p:cNvPr>
          <p:cNvSpPr txBox="1"/>
          <p:nvPr/>
        </p:nvSpPr>
        <p:spPr>
          <a:xfrm>
            <a:off x="1798218" y="1450485"/>
            <a:ext cx="3263900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b="1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47CE94-5C57-DCF9-6571-07EE75BA125A}"/>
              </a:ext>
            </a:extLst>
          </p:cNvPr>
          <p:cNvSpPr txBox="1"/>
          <p:nvPr/>
        </p:nvSpPr>
        <p:spPr>
          <a:xfrm>
            <a:off x="7439695" y="1450485"/>
            <a:ext cx="3263900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b="1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48F5AC8-6BAE-D829-F809-E92E30DC6FE0}"/>
              </a:ext>
            </a:extLst>
          </p:cNvPr>
          <p:cNvSpPr txBox="1"/>
          <p:nvPr/>
        </p:nvSpPr>
        <p:spPr>
          <a:xfrm>
            <a:off x="1610788" y="3881385"/>
            <a:ext cx="3263900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b="1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ECE95E-DF69-EF88-DEF3-145BE81F23F8}"/>
              </a:ext>
            </a:extLst>
          </p:cNvPr>
          <p:cNvSpPr txBox="1"/>
          <p:nvPr/>
        </p:nvSpPr>
        <p:spPr>
          <a:xfrm>
            <a:off x="7489272" y="3881385"/>
            <a:ext cx="3263900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b="1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118830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6603B3-13DD-75AD-629D-94695E04B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87C65-F529-6A4B-9307-53EFD28F08ED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429FB9E-7732-4A16-5F6F-F5478EFB3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How confident are we in the analysis?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88646-33F1-5A34-7148-20072855F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/>
              <a:t>OFFICIAL SENSITIVE: NOT GOVERNMENT POLICY</a:t>
            </a:r>
            <a:endParaRPr 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D9A642-B4EC-F57C-9A04-4BB375827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359402"/>
              </p:ext>
            </p:extLst>
          </p:nvPr>
        </p:nvGraphicFramePr>
        <p:xfrm>
          <a:off x="589144" y="1449441"/>
          <a:ext cx="11159998" cy="4479365"/>
        </p:xfrm>
        <a:graphic>
          <a:graphicData uri="http://schemas.openxmlformats.org/drawingml/2006/table">
            <a:tbl>
              <a:tblPr firstRow="1" firstCol="1" bandRow="1"/>
              <a:tblGrid>
                <a:gridCol w="1852215">
                  <a:extLst>
                    <a:ext uri="{9D8B030D-6E8A-4147-A177-3AD203B41FA5}">
                      <a16:colId xmlns:a16="http://schemas.microsoft.com/office/drawing/2014/main" val="2514164011"/>
                    </a:ext>
                  </a:extLst>
                </a:gridCol>
                <a:gridCol w="2068497">
                  <a:extLst>
                    <a:ext uri="{9D8B030D-6E8A-4147-A177-3AD203B41FA5}">
                      <a16:colId xmlns:a16="http://schemas.microsoft.com/office/drawing/2014/main" val="1972409285"/>
                    </a:ext>
                  </a:extLst>
                </a:gridCol>
                <a:gridCol w="7239286">
                  <a:extLst>
                    <a:ext uri="{9D8B030D-6E8A-4147-A177-3AD203B41FA5}">
                      <a16:colId xmlns:a16="http://schemas.microsoft.com/office/drawing/2014/main" val="1285927246"/>
                    </a:ext>
                  </a:extLst>
                </a:gridCol>
              </a:tblGrid>
              <a:tr h="89587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200" b="1" kern="10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Section Title</a:t>
                      </a:r>
                      <a:endParaRPr lang="en-GB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200" b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High</a:t>
                      </a:r>
                      <a:endParaRPr lang="en-GB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200" kern="10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Complete / Delete rows as required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693465"/>
                  </a:ext>
                </a:extLst>
              </a:tr>
              <a:tr h="8958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200" b="1" kern="10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200" b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Medium – High</a:t>
                      </a:r>
                      <a:endParaRPr lang="en-GB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200" kern="1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479256"/>
                  </a:ext>
                </a:extLst>
              </a:tr>
              <a:tr h="8958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200" b="1" kern="10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200" b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Medium</a:t>
                      </a:r>
                      <a:endParaRPr lang="en-GB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200" kern="1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8609887"/>
                  </a:ext>
                </a:extLst>
              </a:tr>
              <a:tr h="8958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200" b="1" kern="10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200" b="1" kern="1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Medium – Low</a:t>
                      </a:r>
                      <a:endParaRPr lang="en-GB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200" kern="1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6029666"/>
                  </a:ext>
                </a:extLst>
              </a:tr>
              <a:tr h="89587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</a:pPr>
                      <a:r>
                        <a:rPr lang="en-GB" sz="1200" b="1" kern="10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GB" sz="1200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8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200" b="1" kern="10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Low</a:t>
                      </a:r>
                      <a:endParaRPr lang="en-GB" sz="1200" b="1" kern="100"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GB" sz="1200" kern="100"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1858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883206"/>
      </p:ext>
    </p:extLst>
  </p:cSld>
  <p:clrMapOvr>
    <a:masterClrMapping/>
  </p:clrMapOvr>
</p:sld>
</file>

<file path=ppt/theme/theme1.xml><?xml version="1.0" encoding="utf-8"?>
<a:theme xmlns:a="http://schemas.openxmlformats.org/drawingml/2006/main" name="DBT blue">
  <a:themeElements>
    <a:clrScheme name="DBT dark blue">
      <a:dk1>
        <a:sysClr val="windowText" lastClr="000000"/>
      </a:dk1>
      <a:lt1>
        <a:srgbClr val="FFFFFF"/>
      </a:lt1>
      <a:dk2>
        <a:srgbClr val="0C0E21"/>
      </a:dk2>
      <a:lt2>
        <a:srgbClr val="D6DAE1"/>
      </a:lt2>
      <a:accent1>
        <a:srgbClr val="06183B"/>
      </a:accent1>
      <a:accent2>
        <a:srgbClr val="00285F"/>
      </a:accent2>
      <a:accent3>
        <a:srgbClr val="777D96"/>
      </a:accent3>
      <a:accent4>
        <a:srgbClr val="A8ADBE"/>
      </a:accent4>
      <a:accent5>
        <a:srgbClr val="D9DDEA"/>
      </a:accent5>
      <a:accent6>
        <a:srgbClr val="D6DAE1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400" dirty="0" smtClean="0">
            <a:solidFill>
              <a:schemeClr val="accent2"/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egacyData xmlns="aaacb922-5235-4a66-b188-303b9b46fbd7" xsi:nil="true"/>
    <TaxCatchAll xmlns="54a3ff36-1fdb-44ab-9d09-6eeb8bc56625">
      <Value>4</Value>
      <Value>3</Value>
      <Value>2</Value>
      <Value>1</Value>
    </TaxCatchAll>
    <_dlc_DocId xmlns="54a3ff36-1fdb-44ab-9d09-6eeb8bc56625">RKFS7EFVXJ2F-917418742-374970</_dlc_DocId>
    <_dlc_DocIdUrl xmlns="54a3ff36-1fdb-44ab-9d09-6eeb8bc56625">
      <Url>https://dbis.sharepoint.com/sites/ESASite/_layouts/15/DocIdRedir.aspx?ID=RKFS7EFVXJ2F-917418742-374970</Url>
      <Description>RKFS7EFVXJ2F-917418742-374970</Description>
    </_dlc_DocIdUrl>
    <lcf76f155ced4ddcb4097134ff3c332f xmlns="a0a0584f-f77e-4d9e-ab82-ff4e84823fa1">
      <Terms xmlns="http://schemas.microsoft.com/office/infopath/2007/PartnerControls"/>
    </lcf76f155ced4ddcb4097134ff3c332f>
    <c6f593ada1854b629148449de059396b xmlns="54a3ff36-1fdb-44ab-9d09-6eeb8bc56625">
      <Terms xmlns="http://schemas.microsoft.com/office/infopath/2007/PartnerControls">
        <TermInfo xmlns="http://schemas.microsoft.com/office/infopath/2007/PartnerControls">
          <TermName xmlns="http://schemas.microsoft.com/office/infopath/2007/PartnerControls">BEIS</TermName>
          <TermId xmlns="http://schemas.microsoft.com/office/infopath/2007/PartnerControls">b386cac2-c28c-4db4-8fca-43733d0e74ef</TermId>
        </TermInfo>
      </Terms>
    </c6f593ada1854b629148449de059396b>
    <m817f42addf14c9a838da36e78800043 xmlns="54a3ff36-1fdb-44ab-9d09-6eeb8bc56625">
      <Terms xmlns="http://schemas.microsoft.com/office/infopath/2007/PartnerControls">
        <TermInfo xmlns="http://schemas.microsoft.com/office/infopath/2007/PartnerControls">
          <TermName xmlns="http://schemas.microsoft.com/office/infopath/2007/PartnerControls">Analysis</TermName>
          <TermId xmlns="http://schemas.microsoft.com/office/infopath/2007/PartnerControls">5420a856-8f17-4e25-948c-e763c5b40d4c</TermId>
        </TermInfo>
      </Terms>
    </m817f42addf14c9a838da36e78800043>
    <h573c97cf80c4aa6b446c5363dc3ac94 xmlns="54a3ff36-1fdb-44ab-9d09-6eeb8bc56625">
      <Terms xmlns="http://schemas.microsoft.com/office/infopath/2007/PartnerControls">
        <TermInfo xmlns="http://schemas.microsoft.com/office/infopath/2007/PartnerControls">
          <TermName xmlns="http://schemas.microsoft.com/office/infopath/2007/PartnerControls">Economy and Strategic Analysis</TermName>
          <TermId xmlns="http://schemas.microsoft.com/office/infopath/2007/PartnerControls">37e4cf50-2050-42c3-b95d-f79e0f98f2b2</TermId>
        </TermInfo>
      </Terms>
    </h573c97cf80c4aa6b446c5363dc3ac94>
    <Government_x0020_Body xmlns="b413c3fd-5a3b-4239-b985-69032e371c04">DIT</Government_x0020_Body>
    <Date_x0020_Opened xmlns="b413c3fd-5a3b-4239-b985-69032e371c04">2024-03-02T08:49:07+00:00</Date_x0020_Opened>
    <Descriptor xmlns="0063f72e-ace3-48fb-9c1f-5b513408b31f" xsi:nil="true"/>
    <m975189f4ba442ecbf67d4147307b177 xmlns="54a3ff36-1fdb-44ab-9d09-6eeb8bc56625">
      <Terms xmlns="http://schemas.microsoft.com/office/infopath/2007/PartnerControls">
        <TermInfo xmlns="http://schemas.microsoft.com/office/infopath/2007/PartnerControls">
          <TermName xmlns="http://schemas.microsoft.com/office/infopath/2007/PartnerControls">Analysts</TermName>
          <TermId xmlns="http://schemas.microsoft.com/office/infopath/2007/PartnerControls">dc030f39-7fae-442b-9d8c-247340d87170</TermId>
        </TermInfo>
      </Terms>
    </m975189f4ba442ecbf67d4147307b177>
    <Security_x0020_Classification xmlns="0063f72e-ace3-48fb-9c1f-5b513408b31f">OFFICIAL</Security_x0020_Classification>
    <Retention_x0020_Label xmlns="a8f60570-4bd3-4f2b-950b-a996de8ab151">Extended Value (BEIS)</Retention_x0020_Label>
    <Date_x0020_Closed xmlns="b413c3fd-5a3b-4239-b985-69032e371c04" xsi:nil="true"/>
    <SharedWithUsers xmlns="54a3ff36-1fdb-44ab-9d09-6eeb8bc56625">
      <UserInfo>
        <DisplayName>Tom BARRETT (DBT)</DisplayName>
        <AccountId>1505</AccountId>
        <AccountType/>
      </UserInfo>
      <UserInfo>
        <DisplayName>Rachel TOBIAS2 (DBT)</DisplayName>
        <AccountId>1506</AccountId>
        <AccountType/>
      </UserInfo>
      <UserInfo>
        <DisplayName>Mavreen KABAGAMBE2 (DBT)</DisplayName>
        <AccountId>1510</AccountId>
        <AccountType/>
      </UserInfo>
      <UserInfo>
        <DisplayName>Katie SHERRELL (DBT)</DisplayName>
        <AccountId>1424</AccountId>
        <AccountType/>
      </UserInfo>
      <UserInfo>
        <DisplayName>Lawrence AJIBOLA (DBT)</DisplayName>
        <AccountId>699</AccountId>
        <AccountType/>
      </UserInfo>
      <UserInfo>
        <DisplayName>Daniel BANKS (DBT)</DisplayName>
        <AccountId>688</AccountId>
        <AccountType/>
      </UserInfo>
      <UserInfo>
        <DisplayName>Caitlin HUGHES (DBT)</DisplayName>
        <AccountId>22</AccountId>
        <AccountType/>
      </UserInfo>
      <UserInfo>
        <DisplayName>Ben CROPPER (DBT)</DisplayName>
        <AccountId>1356</AccountId>
        <AccountType/>
      </UserInfo>
      <UserInfo>
        <DisplayName>Chief ECONOMIST (TRADE)</DisplayName>
        <AccountId>103</AccountId>
        <AccountType/>
      </UserInfo>
      <UserInfo>
        <DisplayName>Dan MAWSON (DBT)</DisplayName>
        <AccountId>12</AccountId>
        <AccountType/>
      </UserInfo>
      <UserInfo>
        <DisplayName>Sravya RAO (DBT)</DisplayName>
        <AccountId>18</AccountId>
        <AccountType/>
      </UserInfo>
      <UserInfo>
        <DisplayName>Eleanor GALE (DBT)</DisplayName>
        <AccountId>1438</AccountId>
        <AccountType/>
      </UserInfo>
      <UserInfo>
        <DisplayName>Imogen EDDLESTON (DBT)</DisplayName>
        <AccountId>1453</AccountId>
        <AccountType/>
      </UserInfo>
      <UserInfo>
        <DisplayName>Eryk CZERNIEJEWSKI (DBT)</DisplayName>
        <AccountId>1416</AccountId>
        <AccountType/>
      </UserInfo>
      <UserInfo>
        <DisplayName>Zaynah ASAD (DBT)</DisplayName>
        <AccountId>1421</AccountId>
        <AccountType/>
      </UserInfo>
      <UserInfo>
        <DisplayName>Tahir KHANDWANI2 (DBT)</DisplayName>
        <AccountId>167</AccountId>
        <AccountType/>
      </UserInfo>
      <UserInfo>
        <DisplayName>Kirsty HORSFALL (DBT)</DisplayName>
        <AccountId>1553</AccountId>
        <AccountType/>
      </UserInfo>
      <UserInfo>
        <DisplayName>Hebah PERVAIZ (DBT)</DisplayName>
        <AccountId>1257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Core Document" ma:contentTypeID="0x0101008928C816B3C6C2428952E0678131EED4010093C2C1BF6EE9DD47A197DA2517A9C5CE" ma:contentTypeVersion="23" ma:contentTypeDescription="Create a new document." ma:contentTypeScope="" ma:versionID="f919d4b8046a104ddaf6a3838d1eaf4d">
  <xsd:schema xmlns:xsd="http://www.w3.org/2001/XMLSchema" xmlns:xs="http://www.w3.org/2001/XMLSchema" xmlns:p="http://schemas.microsoft.com/office/2006/metadata/properties" xmlns:ns2="54a3ff36-1fdb-44ab-9d09-6eeb8bc56625" xmlns:ns3="aaacb922-5235-4a66-b188-303b9b46fbd7" xmlns:ns4="0063f72e-ace3-48fb-9c1f-5b513408b31f" xmlns:ns5="b413c3fd-5a3b-4239-b985-69032e371c04" xmlns:ns6="a8f60570-4bd3-4f2b-950b-a996de8ab151" xmlns:ns7="a0a0584f-f77e-4d9e-ab82-ff4e84823fa1" targetNamespace="http://schemas.microsoft.com/office/2006/metadata/properties" ma:root="true" ma:fieldsID="332fe7150f6521dd872476c5f399684b" ns2:_="" ns3:_="" ns4:_="" ns5:_="" ns6:_="" ns7:_="">
    <xsd:import namespace="54a3ff36-1fdb-44ab-9d09-6eeb8bc56625"/>
    <xsd:import namespace="aaacb922-5235-4a66-b188-303b9b46fbd7"/>
    <xsd:import namespace="0063f72e-ace3-48fb-9c1f-5b513408b31f"/>
    <xsd:import namespace="b413c3fd-5a3b-4239-b985-69032e371c04"/>
    <xsd:import namespace="a8f60570-4bd3-4f2b-950b-a996de8ab151"/>
    <xsd:import namespace="a0a0584f-f77e-4d9e-ab82-ff4e84823fa1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3:LegacyData" minOccurs="0"/>
                <xsd:element ref="ns2:c6f593ada1854b629148449de059396b" minOccurs="0"/>
                <xsd:element ref="ns2:TaxCatchAllLabel" minOccurs="0"/>
                <xsd:element ref="ns2:m817f42addf14c9a838da36e78800043" minOccurs="0"/>
                <xsd:element ref="ns2:h573c97cf80c4aa6b446c5363dc3ac94" minOccurs="0"/>
                <xsd:element ref="ns2:_dlc_DocId" minOccurs="0"/>
                <xsd:element ref="ns2:_dlc_DocIdUrl" minOccurs="0"/>
                <xsd:element ref="ns2:_dlc_DocIdPersistId" minOccurs="0"/>
                <xsd:element ref="ns4:Security_x0020_Classification" minOccurs="0"/>
                <xsd:element ref="ns4:Descriptor" minOccurs="0"/>
                <xsd:element ref="ns2:m975189f4ba442ecbf67d4147307b177" minOccurs="0"/>
                <xsd:element ref="ns5:Government_x0020_Body" minOccurs="0"/>
                <xsd:element ref="ns5:Date_x0020_Opened" minOccurs="0"/>
                <xsd:element ref="ns5:Date_x0020_Closed" minOccurs="0"/>
                <xsd:element ref="ns6:Retention_x0020_Label" minOccurs="0"/>
                <xsd:element ref="ns7:MediaServiceMetadata" minOccurs="0"/>
                <xsd:element ref="ns7:MediaServiceFastMetadata" minOccurs="0"/>
                <xsd:element ref="ns7:MediaServiceSearchProperties" minOccurs="0"/>
                <xsd:element ref="ns7:MediaServiceObjectDetectorVersions" minOccurs="0"/>
                <xsd:element ref="ns7:MediaServiceDateTaken" minOccurs="0"/>
                <xsd:element ref="ns7:MediaServiceGenerationTime" minOccurs="0"/>
                <xsd:element ref="ns7:MediaServiceEventHashCode" minOccurs="0"/>
                <xsd:element ref="ns7:MediaLengthInSeconds" minOccurs="0"/>
                <xsd:element ref="ns7:lcf76f155ced4ddcb4097134ff3c332f" minOccurs="0"/>
                <xsd:element ref="ns7:MediaServiceOCR" minOccurs="0"/>
                <xsd:element ref="ns2:SharedWithUsers" minOccurs="0"/>
                <xsd:element ref="ns2:SharedWithDetails" minOccurs="0"/>
                <xsd:element ref="ns7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a3ff36-1fdb-44ab-9d09-6eeb8bc56625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f3885338-d587-4336-80c9-f344769a1bf2}" ma:internalName="TaxCatchAll" ma:showField="CatchAllData" ma:web="54a3ff36-1fdb-44ab-9d09-6eeb8bc566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c6f593ada1854b629148449de059396b" ma:index="13" nillable="true" ma:taxonomy="true" ma:internalName="c6f593ada1854b629148449de059396b" ma:taxonomyFieldName="KIM_GovernmentBody" ma:displayName="Government Body" ma:readOnly="false" ma:fieldId="{c6f593ad-a185-4b62-9148-449de059396b}" ma:sspId="07c4ed84-5fe0-43ce-92b1-d76889ed7488" ma:termSetId="46784332-da01-4f4a-94fa-2a245cb438b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4" nillable="true" ma:displayName="Taxonomy Catch All Column1" ma:hidden="true" ma:list="{f3885338-d587-4336-80c9-f344769a1bf2}" ma:internalName="TaxCatchAllLabel" ma:readOnly="true" ma:showField="CatchAllDataLabel" ma:web="54a3ff36-1fdb-44ab-9d09-6eeb8bc566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817f42addf14c9a838da36e78800043" ma:index="15" nillable="true" ma:taxonomy="true" ma:internalName="m817f42addf14c9a838da36e78800043" ma:taxonomyFieldName="KIM_Function" ma:displayName="Function" ma:readOnly="false" ma:fieldId="{6817f42a-ddf1-4c9a-838d-a36e78800043}" ma:sspId="07c4ed84-5fe0-43ce-92b1-d76889ed7488" ma:termSetId="8a8c3714-5ee2-45f9-8c60-591b9d07029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h573c97cf80c4aa6b446c5363dc3ac94" ma:index="16" nillable="true" ma:taxonomy="true" ma:internalName="h573c97cf80c4aa6b446c5363dc3ac94" ma:taxonomyFieldName="KIM_Activity" ma:displayName="Activity" ma:readOnly="false" ma:fieldId="{1573c97c-f80c-4aa6-b446-c5363dc3ac94}" ma:sspId="07c4ed84-5fe0-43ce-92b1-d76889ed7488" ma:termSetId="5c6dcaef-f335-486f-b10e-5a74f102472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17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18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9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m975189f4ba442ecbf67d4147307b177" ma:index="22" nillable="true" ma:taxonomy="true" ma:internalName="m975189f4ba442ecbf67d4147307b177" ma:taxonomyFieldName="Business_x0020_Unit" ma:displayName="Business Unit" ma:readOnly="false" ma:default="1;#Analysts|dc030f39-7fae-442b-9d8c-247340d87170" ma:fieldId="{6975189f-4ba4-42ec-bf67-d4147307b177}" ma:sspId="07c4ed84-5fe0-43ce-92b1-d76889ed7488" ma:termSetId="6f71e40e-3a2e-4baf-91d9-2069eb35453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aredWithUsers" ma:index="39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4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acb922-5235-4a66-b188-303b9b46fbd7" elementFormDefault="qualified">
    <xsd:import namespace="http://schemas.microsoft.com/office/2006/documentManagement/types"/>
    <xsd:import namespace="http://schemas.microsoft.com/office/infopath/2007/PartnerControls"/>
    <xsd:element name="LegacyData" ma:index="12" nillable="true" ma:displayName="Legacy Data" ma:internalName="LegacyData" ma:readOnly="fals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063f72e-ace3-48fb-9c1f-5b513408b31f" elementFormDefault="qualified">
    <xsd:import namespace="http://schemas.microsoft.com/office/2006/documentManagement/types"/>
    <xsd:import namespace="http://schemas.microsoft.com/office/infopath/2007/PartnerControls"/>
    <xsd:element name="Security_x0020_Classification" ma:index="20" nillable="true" ma:displayName="Security Classification" ma:default="OFFICIAL" ma:format="Dropdown" ma:internalName="Security_x0020_Classification">
      <xsd:simpleType>
        <xsd:restriction base="dms:Choice">
          <xsd:enumeration value="OFFICIAL"/>
          <xsd:enumeration value="OFFICIAL - SENSITIVE"/>
        </xsd:restriction>
      </xsd:simpleType>
    </xsd:element>
    <xsd:element name="Descriptor" ma:index="21" nillable="true" ma:displayName="Descriptor" ma:default="" ma:format="Dropdown" ma:internalName="Descriptor">
      <xsd:simpleType>
        <xsd:restriction base="dms:Choice">
          <xsd:enumeration value="COMMERCIAL"/>
          <xsd:enumeration value="PERSONAL"/>
          <xsd:enumeration value="LOCSEN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13c3fd-5a3b-4239-b985-69032e371c04" elementFormDefault="qualified">
    <xsd:import namespace="http://schemas.microsoft.com/office/2006/documentManagement/types"/>
    <xsd:import namespace="http://schemas.microsoft.com/office/infopath/2007/PartnerControls"/>
    <xsd:element name="Government_x0020_Body" ma:index="24" nillable="true" ma:displayName="Government Body" ma:default="DIT" ma:internalName="Government_x0020_Body">
      <xsd:simpleType>
        <xsd:restriction base="dms:Text">
          <xsd:maxLength value="255"/>
        </xsd:restriction>
      </xsd:simpleType>
    </xsd:element>
    <xsd:element name="Date_x0020_Opened" ma:index="25" nillable="true" ma:displayName="Date Opened" ma:default="[Today]" ma:format="DateOnly" ma:internalName="Date_x0020_Opened">
      <xsd:simpleType>
        <xsd:restriction base="dms:DateTime"/>
      </xsd:simpleType>
    </xsd:element>
    <xsd:element name="Date_x0020_Closed" ma:index="26" nillable="true" ma:displayName="Date Closed" ma:format="DateOnly" ma:internalName="Date_x0020_Closed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f60570-4bd3-4f2b-950b-a996de8ab151" elementFormDefault="qualified">
    <xsd:import namespace="http://schemas.microsoft.com/office/2006/documentManagement/types"/>
    <xsd:import namespace="http://schemas.microsoft.com/office/infopath/2007/PartnerControls"/>
    <xsd:element name="Retention_x0020_Label" ma:index="27" nillable="true" ma:displayName="Retention Label" ma:internalName="Retention_x0020_Label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a0584f-f77e-4d9e-ab82-ff4e84823f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3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3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07c4ed84-5fe0-43ce-92b1-d76889ed74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41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/>
</file>

<file path=customXml/itemProps1.xml><?xml version="1.0" encoding="utf-8"?>
<ds:datastoreItem xmlns:ds="http://schemas.openxmlformats.org/officeDocument/2006/customXml" ds:itemID="{EB5E1B74-2DB3-4BA0-BBC7-ED39E2937988}">
  <ds:schemaRefs>
    <ds:schemaRef ds:uri="http://purl.org/dc/elements/1.1/"/>
    <ds:schemaRef ds:uri="http://schemas.microsoft.com/office/2006/metadata/properties"/>
    <ds:schemaRef ds:uri="aaacb922-5235-4a66-b188-303b9b46fbd7"/>
    <ds:schemaRef ds:uri="http://schemas.microsoft.com/office/infopath/2007/PartnerControls"/>
    <ds:schemaRef ds:uri="b413c3fd-5a3b-4239-b985-69032e371c04"/>
    <ds:schemaRef ds:uri="http://purl.org/dc/terms/"/>
    <ds:schemaRef ds:uri="http://schemas.openxmlformats.org/package/2006/metadata/core-properties"/>
    <ds:schemaRef ds:uri="a8f60570-4bd3-4f2b-950b-a996de8ab151"/>
    <ds:schemaRef ds:uri="http://schemas.microsoft.com/office/2006/documentManagement/types"/>
    <ds:schemaRef ds:uri="a0a0584f-f77e-4d9e-ab82-ff4e84823fa1"/>
    <ds:schemaRef ds:uri="0063f72e-ace3-48fb-9c1f-5b513408b31f"/>
    <ds:schemaRef ds:uri="54a3ff36-1fdb-44ab-9d09-6eeb8bc5662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6F8BE81-A571-4107-9840-33E4ACA8E757}">
  <ds:schemaRefs>
    <ds:schemaRef ds:uri="0063f72e-ace3-48fb-9c1f-5b513408b31f"/>
    <ds:schemaRef ds:uri="54a3ff36-1fdb-44ab-9d09-6eeb8bc56625"/>
    <ds:schemaRef ds:uri="a0a0584f-f77e-4d9e-ab82-ff4e84823fa1"/>
    <ds:schemaRef ds:uri="a8f60570-4bd3-4f2b-950b-a996de8ab151"/>
    <ds:schemaRef ds:uri="aaacb922-5235-4a66-b188-303b9b46fbd7"/>
    <ds:schemaRef ds:uri="b413c3fd-5a3b-4239-b985-69032e371c0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8AAA700-3445-4F26-8E22-A38A08D89547}">
  <ds:schemaRefs>
    <ds:schemaRef ds:uri="http://schemas.microsoft.com/sharepoint/events"/>
    <ds:schemaRef ds:uri="http://www.w3.org/2000/xmlns/"/>
  </ds:schemaRefs>
</ds:datastoreItem>
</file>

<file path=customXml/itemProps4.xml><?xml version="1.0" encoding="utf-8"?>
<ds:datastoreItem xmlns:ds="http://schemas.openxmlformats.org/officeDocument/2006/customXml" ds:itemID="{6CC90F2A-A03C-4737-A52D-A6D1ADE4D747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1c05e37-788c-4c59-b50e-5c98323c0a70}" enabled="1" method="Standard" siteId="{8fa217ec-33aa-46fb-ad96-dfe68006bb8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Words>387</Words>
  <Application>Microsoft Office PowerPoint</Application>
  <PresentationFormat>Widescreen</PresentationFormat>
  <Paragraphs>93</Paragraphs>
  <Slides>12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Courier New</vt:lpstr>
      <vt:lpstr>Wingdings</vt:lpstr>
      <vt:lpstr>DBT blue</vt:lpstr>
      <vt:lpstr>The analytical community’s house colours are Dark Blue and Berry, your audience and delivery method should be front of mind </vt:lpstr>
      <vt:lpstr>Title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does this mean for DBT?</vt:lpstr>
      <vt:lpstr>How confident are we in the analysis?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goes here  and can appear  in multiple lines</dc:title>
  <dc:creator>Anita BURNETT (TRADE)</dc:creator>
  <cp:lastModifiedBy>Marjan ISLAM (DBT)</cp:lastModifiedBy>
  <cp:revision>3</cp:revision>
  <dcterms:created xsi:type="dcterms:W3CDTF">2023-01-05T16:22:43Z</dcterms:created>
  <dcterms:modified xsi:type="dcterms:W3CDTF">2026-05-14T08:10:10Z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1c05e37-788c-4c59-b50e-5c98323c0a70_Enabled">
    <vt:lpwstr>true</vt:lpwstr>
  </property>
  <property fmtid="{D5CDD505-2E9C-101B-9397-08002B2CF9AE}" pid="3" name="MSIP_Label_c1c05e37-788c-4c59-b50e-5c98323c0a70_SetDate">
    <vt:lpwstr>2022-10-05T12:52:39Z</vt:lpwstr>
  </property>
  <property fmtid="{D5CDD505-2E9C-101B-9397-08002B2CF9AE}" pid="4" name="MSIP_Label_c1c05e37-788c-4c59-b50e-5c98323c0a70_Method">
    <vt:lpwstr>Standard</vt:lpwstr>
  </property>
  <property fmtid="{D5CDD505-2E9C-101B-9397-08002B2CF9AE}" pid="5" name="MSIP_Label_c1c05e37-788c-4c59-b50e-5c98323c0a70_Name">
    <vt:lpwstr>OFFICIAL</vt:lpwstr>
  </property>
  <property fmtid="{D5CDD505-2E9C-101B-9397-08002B2CF9AE}" pid="6" name="MSIP_Label_c1c05e37-788c-4c59-b50e-5c98323c0a70_SiteId">
    <vt:lpwstr>8fa217ec-33aa-46fb-ad96-dfe68006bb86</vt:lpwstr>
  </property>
  <property fmtid="{D5CDD505-2E9C-101B-9397-08002B2CF9AE}" pid="7" name="MSIP_Label_c1c05e37-788c-4c59-b50e-5c98323c0a70_ActionId">
    <vt:lpwstr>2a2bf6e5-ba0a-4c61-8913-25a1ed2985b5</vt:lpwstr>
  </property>
  <property fmtid="{D5CDD505-2E9C-101B-9397-08002B2CF9AE}" pid="8" name="MSIP_Label_c1c05e37-788c-4c59-b50e-5c98323c0a70_ContentBits">
    <vt:lpwstr>0</vt:lpwstr>
  </property>
  <property fmtid="{D5CDD505-2E9C-101B-9397-08002B2CF9AE}" pid="9" name="ContentTypeId">
    <vt:lpwstr>0x0101008928C816B3C6C2428952E0678131EED4010093C2C1BF6EE9DD47A197DA2517A9C5CE</vt:lpwstr>
  </property>
  <property fmtid="{D5CDD505-2E9C-101B-9397-08002B2CF9AE}" pid="10" name="MediaServiceImageTags">
    <vt:lpwstr/>
  </property>
  <property fmtid="{D5CDD505-2E9C-101B-9397-08002B2CF9AE}" pid="11" name="Business Unit">
    <vt:lpwstr>1;#Analysts|dc030f39-7fae-442b-9d8c-247340d87170</vt:lpwstr>
  </property>
  <property fmtid="{D5CDD505-2E9C-101B-9397-08002B2CF9AE}" pid="12" name="KIM_Activity">
    <vt:lpwstr>3;#Economy and Strategic Analysis|37e4cf50-2050-42c3-b95d-f79e0f98f2b2</vt:lpwstr>
  </property>
  <property fmtid="{D5CDD505-2E9C-101B-9397-08002B2CF9AE}" pid="13" name="KIM_GovernmentBody">
    <vt:lpwstr>2;#BEIS|b386cac2-c28c-4db4-8fca-43733d0e74ef</vt:lpwstr>
  </property>
  <property fmtid="{D5CDD505-2E9C-101B-9397-08002B2CF9AE}" pid="14" name="KIM_Function">
    <vt:lpwstr>4;#Analysis|5420a856-8f17-4e25-948c-e763c5b40d4c</vt:lpwstr>
  </property>
  <property fmtid="{D5CDD505-2E9C-101B-9397-08002B2CF9AE}" pid="15" name="_dlc_DocIdItemGuid">
    <vt:lpwstr>f5b64cb8-89a6-4bfc-a4af-82cb51cb02b4</vt:lpwstr>
  </property>
  <property fmtid="{D5CDD505-2E9C-101B-9397-08002B2CF9AE}" pid="16" name="MSIP_Label_ba62f585-b40f-4ab9-bafe-39150f03d124_Enabled">
    <vt:lpwstr>true</vt:lpwstr>
  </property>
  <property fmtid="{D5CDD505-2E9C-101B-9397-08002B2CF9AE}" pid="17" name="MSIP_Label_ba62f585-b40f-4ab9-bafe-39150f03d124_SetDate">
    <vt:lpwstr>2024-02-28T13:50:43Z</vt:lpwstr>
  </property>
  <property fmtid="{D5CDD505-2E9C-101B-9397-08002B2CF9AE}" pid="18" name="MSIP_Label_ba62f585-b40f-4ab9-bafe-39150f03d124_Method">
    <vt:lpwstr>Privileged</vt:lpwstr>
  </property>
  <property fmtid="{D5CDD505-2E9C-101B-9397-08002B2CF9AE}" pid="19" name="MSIP_Label_ba62f585-b40f-4ab9-bafe-39150f03d124_Name">
    <vt:lpwstr>OFFICIAL</vt:lpwstr>
  </property>
  <property fmtid="{D5CDD505-2E9C-101B-9397-08002B2CF9AE}" pid="20" name="MSIP_Label_ba62f585-b40f-4ab9-bafe-39150f03d124_SiteId">
    <vt:lpwstr>cbac7005-02c1-43eb-b497-e6492d1b2dd8</vt:lpwstr>
  </property>
  <property fmtid="{D5CDD505-2E9C-101B-9397-08002B2CF9AE}" pid="21" name="MSIP_Label_ba62f585-b40f-4ab9-bafe-39150f03d124_ActionId">
    <vt:lpwstr>c0536cbd-9398-4f4c-a7a4-ec114196edba</vt:lpwstr>
  </property>
  <property fmtid="{D5CDD505-2E9C-101B-9397-08002B2CF9AE}" pid="22" name="MSIP_Label_ba62f585-b40f-4ab9-bafe-39150f03d124_ContentBits">
    <vt:lpwstr>0</vt:lpwstr>
  </property>
  <property fmtid="{D5CDD505-2E9C-101B-9397-08002B2CF9AE}" pid="23" name="_ExtendedDescription">
    <vt:lpwstr/>
  </property>
</Properties>
</file>